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79676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979676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979676" y="594360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1979676" y="594360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3991356" y="594360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3991356" y="594360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979676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979676" y="1508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979676" y="2057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79676" y="24231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08276" y="245059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79676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2828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52828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768596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1748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1748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557516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0668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630668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79676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979676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979676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979676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1979676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79676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979676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79676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3360420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60420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360420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360420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741164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41164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741164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741164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21908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1908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121908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121908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502652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02652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502652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502652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883396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83396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883396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8883396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979676" y="137160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676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9676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163056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63056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979676" y="214884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979676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79676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6163056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63056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9260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1979676" y="4251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79676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979676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979676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979676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979676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979676" y="219456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404872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79676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979676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979676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979676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979676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979676" y="196596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176272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79676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979676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979676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979676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1979676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52828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052828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59452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2604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32604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7539228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2380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12380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979676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52828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52828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759452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2604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32604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7539228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12380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612380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979676" y="239572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96896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163056" y="239572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163056" y="259689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36208" y="262432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236208" y="280720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Claude安装 CLAUDE.md+Skill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6163056" y="2944368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36208" y="2971800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236208" y="3154680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6163056" y="3291840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236208" y="3319272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236208" y="3502152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79676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979676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979676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979676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979676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85916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5916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1979676" y="288036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3063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1979676" y="406908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2116836" y="407822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2026-05-12T06:19:58Z</dcterms:created>
  <dcterms:modified xsi:type="dcterms:W3CDTF">2026-05-12T06:19:58Z</dcterms:modified>
</cp:coreProperties>
</file>