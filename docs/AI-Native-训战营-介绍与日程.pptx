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508760" cy="201168"/>
          </a:xfrm>
          <a:prstGeom prst="roundRect">
            <a:avLst>
              <a:gd name="adj" fmla="val 45455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8580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68880" y="685800"/>
            <a:ext cx="1380744" cy="201168"/>
          </a:xfrm>
          <a:prstGeom prst="roundRect">
            <a:avLst>
              <a:gd name="adj" fmla="val 45455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685800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训前(1.5h): Prompt基础 + LLM概念 + Claude Code安装 -&gt; 课堂不讲基础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655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范式+架构+推演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66674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L1+L2 讲座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L1+L2演示 W1练手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L3 Live Coding 回顾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06240" y="342900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34655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增量+最佳实践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0" y="366674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L4增量+L5实践 讲座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W2重构(在L4后)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W3项目 评审 L6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955280" y="342900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34655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046720" y="366674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上午讲座(不超过12:00)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下午先演示后演练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Workshop紧跟对应模块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09728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310384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0384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10384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310384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163568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3568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163568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163568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016752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16752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16752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016752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75m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869936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9936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9936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869936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50m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9723120" y="777240"/>
            <a:ext cx="1798320" cy="594360"/>
          </a:xfrm>
          <a:prstGeom prst="roundRect">
            <a:avLst>
              <a:gd name="adj" fmla="val 1230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3120" y="786384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723120" y="960120"/>
            <a:ext cx="179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9723120" y="1152144"/>
            <a:ext cx="1798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20m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15544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1: 范式+架构+推演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1810512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81051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上午 讲座 (9:30-12:00)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L1 AI Native 60min | L2 Agent 60min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080760" y="1810512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181051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下午 演示+演练 (14:30-18:00)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L1+L2演示 45m | W1练手 60m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L3 Live 60m | 回顾 20m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242316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2: 增量开发+最佳实践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2679192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67919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上午 讲座 (9:30-11:50)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L4 增量开发与重构 75min | L5 工程最佳实践 50min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080760" y="2679192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267919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下午 演练 (14:30-18:00)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W2重构 75m | W3项目 60m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</a:rPr>
              <a:t>评审 30m | L6总结 20m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26280"/>
                <a:gridCol w="45262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57200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09728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4980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上午 讲座 (9:30-12:00)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560320"/>
                <a:gridCol w="79552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059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下午 演示+演练 (14:30-18:00)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560320"/>
                <a:gridCol w="79552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(45min)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(60min)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(60min)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09728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4980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上午 讲座 (9:30-11:50)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74980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17627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下午 演练 (14:30-18:00)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74980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09728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749808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7863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 60min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9875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三层范式 三角色模型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SDD+AI融合 CRISPE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206240" y="749808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7863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 60min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9875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四层架构 Token全景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/compact Skills三原则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955280" y="749808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7863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 60min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46720" y="9875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Live Coding完整演示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一句话需求-&gt;代码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1728216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764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 75min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19659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增量场景 AID流程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重构三原则 案例数据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06240" y="1728216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1764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 50min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97680" y="19659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70/30法则 7+3清单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三重门禁 决策矩阵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955280" y="1728216"/>
            <a:ext cx="3566160" cy="868680"/>
          </a:xfrm>
          <a:prstGeom prst="roundRect">
            <a:avLst>
              <a:gd name="adj" fmla="val 10526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1764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 20min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19659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8项资产 Token三步法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30天路线 团队推行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5440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核心交付物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35224"/>
          <a:ext cx="544068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377440"/>
                <a:gridCol w="1097280"/>
              </a:tblGrid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080760" y="2706624"/>
            <a:ext cx="5440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3个 Workshop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80760" y="2935224"/>
            <a:ext cx="5440680" cy="356616"/>
          </a:xfrm>
          <a:prstGeom prst="roundRect">
            <a:avLst>
              <a:gd name="adj" fmla="val 2564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72200" y="2971800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172200" y="3172968"/>
            <a:ext cx="52578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Claude安装 CLAUDE.md+Skill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080760" y="3337560"/>
            <a:ext cx="5440680" cy="356616"/>
          </a:xfrm>
          <a:prstGeom prst="roundRect">
            <a:avLst>
              <a:gd name="adj" fmla="val 2564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72200" y="3374136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172200" y="3575304"/>
            <a:ext cx="52578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A/B/C三组策略 限时增量(在L4后)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080760" y="3739896"/>
            <a:ext cx="5440680" cy="356616"/>
          </a:xfrm>
          <a:prstGeom prst="roundRect">
            <a:avLst>
              <a:gd name="adj" fmla="val 2564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72200" y="3776472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72200" y="3977640"/>
            <a:ext cx="52578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三档自选 完整AID流程 同行评审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892040"/>
            <a:ext cx="1106424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"/>
            <a:ext cx="109728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49808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 节奏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53949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554480"/>
                <a:gridCol w="45720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26480" y="749808"/>
            <a:ext cx="5394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 节奏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987552"/>
          <a:ext cx="53949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554480"/>
                <a:gridCol w="45720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200400"/>
            <a:ext cx="11064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关键数字</a:t>
            </a:r>
            <a:endParaRPr lang="en-US" sz="10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86200"/>
                <a:gridCol w="1645920"/>
                <a:gridCol w="388620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上午讲座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不超过12:00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演示+演练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下午进行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434840"/>
            <a:ext cx="11064240" cy="274320"/>
          </a:xfrm>
          <a:prstGeom prst="roundRect">
            <a:avLst>
              <a:gd name="adj" fmla="val 2666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0080" y="4443984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2026-05-12T04:54:17Z</dcterms:created>
  <dcterms:modified xsi:type="dcterms:W3CDTF">2026-05-12T04:54:17Z</dcterms:modified>
</cp:coreProperties>
</file>