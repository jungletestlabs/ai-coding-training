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V3.1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548640" y="73152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315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2天训战营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194560" y="731520"/>
            <a:ext cx="1426464" cy="256032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7315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面向高级开发者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0" y="73152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EF2F2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0" y="73152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不讲基础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AI Coding 实战培训 - 上午讲授演示 - 下午案例研讨实战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9144000" cy="822960"/>
          </a:xfrm>
          <a:prstGeom prst="roundRect">
            <a:avLst>
              <a:gd name="adj" fmla="val 15556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2461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563EB"/>
                </a:solidFill>
              </a:rPr>
              <a:t>目标学员: 终端 . 鸿蒙 . 计算 | 高级/资深开发者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563EB"/>
                </a:solidFill>
              </a:rPr>
              <a:t>课程承诺: 两天后, 带着可复用的Skill/CLAUDE.md/Prompt资产回到项目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3474720" cy="548640"/>
          </a:xfrm>
          <a:prstGeom prst="roundRect">
            <a:avLst>
              <a:gd name="adj" fmla="val 23333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370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1 - 基础 + 实战入门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645152"/>
            <a:ext cx="3200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上午讲演 L1-L2 . 下午Workshop迁移实操 . 方案对比研讨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89120" y="4297680"/>
            <a:ext cx="3474720" cy="548640"/>
          </a:xfrm>
          <a:prstGeom prst="roundRect">
            <a:avLst>
              <a:gd name="adj" fmla="val 23333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4370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2 - 全流程 + 真项目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26280" y="4645152"/>
            <a:ext cx="3200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上午Live Coding L3-L4 . 下午圆桌对话 . 端到端项目 . 同行评审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229600" y="4297680"/>
            <a:ext cx="3474720" cy="548640"/>
          </a:xfrm>
          <a:prstGeom prst="roundRect">
            <a:avLst>
              <a:gd name="adj" fmla="val 23333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4370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可带走资产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66760" y="4645152"/>
            <a:ext cx="3200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Skill模板 . CLAUDE.md . Prompt模板集 . 审查清单 . AID工作流一页纸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V3.1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两天全览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8686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上午 9:30-12:00 讲授+演示 | 午餐 12:00-14:00 | 下午 14:30-18:00 实战+研讨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Day 1 - 基础 + 实战入门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164592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002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L1 AI Native范式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09:30 . 75min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86000" y="1600200"/>
            <a:ext cx="54864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0" y="16002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休息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26080" y="1600200"/>
            <a:ext cx="164592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6002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L2 Agent/Claude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11:00 . 60min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86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Workshop 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14:30 . 60min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环境搭建+练手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06040" y="2286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2286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Workshop 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15:45 . 60min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多策略迁移实操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286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方案对比研讨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16:45 . 75min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策略分析+Day1讨论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Day 2 - 全流程 + 真项目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83680" y="160020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L3 全流程推演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09:30 . 75min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Live Coding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503920" y="1600200"/>
            <a:ext cx="54864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16002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休息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160020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0" y="1600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L4 实战案例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11:00 . 60min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代码走读+诊断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583680" y="2286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2286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L5 最佳实践圆桌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14:30 . 60min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话题驱动对话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641080" y="2286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41080" y="2286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Workshop 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15:45 . 60min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端到端(自选难度)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698480" y="2286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98480" y="2286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同行评审+L6总结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16:45 . 75min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展示+开放空间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3200400"/>
            <a:ext cx="11155680" cy="4572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3246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核心原则: 讲授35% . Live Demo 20% . 实战 45%  |  案例驱动 . 同行交流 . 问题导向  |  25min注意力周期 . 5种形式轮换防疲劳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155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754880"/>
                <a:gridCol w="4754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范式+架构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AI Native 开发范式 (75min)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全流程推演 Live Coding (75min)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Agent+案例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Agent/Claude架构解读 (60min)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实战案例+代码走读 (60min)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下午实战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Workshop1 环境搭建 + Workshop2 多策略迁移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最佳实践圆桌 + Workshop3 端到端项目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研讨总结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方案对比研讨 + Day1深度讨论 (75min)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同行评审 + L6总结+开放空间 (75min)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V3.1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 - 基础 + 实战入门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645920"/>
                <a:gridCol w="7498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讲授+Demo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AI Native范式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问题抛出 -&gt; 三层范式演进 -&gt; SDD融合 -&gt; 12模块迁移数据冲击($1,440-&gt;$3.50)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休息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讲授+动手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Agent/Claude架构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Agent四层架构 -&gt; Token消耗全景 -&gt; Live /tokens /compact -&gt; 学员自查消耗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午餐+交流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屏幕循环播放Claude Code操作录屏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动手实战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环境检查 -&gt; 编写CLAUDE.md+Skill -&gt; 第一次用AI完成代码修改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休息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分策略实战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迁移同一Android Activity -&gt; A组(全自动) B组(分步式) C组(参考式) - 三种策略对比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对比+讨论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方案对比研讨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每组10min展示 -&gt; 分析效率/质量/Token -&gt; 讲师最优方案揭秘 -&gt; 深度讨论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343400"/>
            <a:ext cx="11247120" cy="411480"/>
          </a:xfrm>
          <a:prstGeom prst="roundRect">
            <a:avLst>
              <a:gd name="adj" fmla="val 2222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437083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Day 1 核心输出: 每人有自己的 CLAUDE.md . 完成首次AI代码修改 . 理解三种迁移策略的 trade-off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V3.1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 - 全流程 + 真项目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11430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1645920"/>
                <a:gridCol w="7680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模块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全流程推演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-&gt; Spec-&gt;Design-&gt;Code-&gt;Test - 全程实时不剪辑 - 拆解+讨论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休息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走读+诊断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实战案例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OpenCalc迁移全景 -&gt; 关键代码走读(Expression/Calculator) -&gt; AI生成代码问题诊断(3段对比)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午餐+交流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跨项目深度交流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圆桌对话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最佳实践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话题1:效率(模型选择) -&gt; 话题2:质量(审查清单) -&gt; 话题3:安全(三重门禁) - 讲师抛话题, 学员主导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休息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自选难度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端到端项目 - 三档自选: 一星小费计算器 / 二星历史搜索 / 三星程序员模式 - 限时50min - 用AID流程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评审+对比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同行评审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2-3人展示 -&gt; 同行用审查清单评审 -&gt; 同难度互相看方案、讨论优劣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总结+空间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 落地策略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资产清单 -&gt; 痛点便签墙回顾 -&gt; 开放空间(自选议题) -&gt; 每人写下[明天第一件事]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343400"/>
            <a:ext cx="11430000" cy="411480"/>
          </a:xfrm>
          <a:prstGeom prst="roundRect">
            <a:avLst>
              <a:gd name="adj" fmla="val 2222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3708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Day 2 核心输出: 完整AID流程体验 . 圆桌碰撞的工程判断力 . 端到端项目成果 . 可带走全部8项资产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V3.1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与市面 AI 培训的差异 + 设计亮点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05840"/>
            <a:ext cx="5303520" cy="1417320"/>
          </a:xfrm>
          <a:prstGeom prst="roundRect">
            <a:avLst>
              <a:gd name="adj" fmla="val 9032"/>
            </a:avLst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05156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X 市面 AI 入门培训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1298448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讲 LLM/Transformer 原理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AI 历史和发展科普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浅层 Prompt 技巧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重讲授、轻实战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F1D1D"/>
                </a:solidFill>
              </a:rPr>
              <a:t>. 游戏化、积分排名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005840"/>
            <a:ext cx="5303520" cy="1417320"/>
          </a:xfrm>
          <a:prstGeom prst="roundRect">
            <a:avLst>
              <a:gd name="adj" fmla="val 9032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051560"/>
            <a:ext cx="4846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OK 本训战营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1298448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不讲基础, 直击实战深度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真实安卓转鸿蒙项目案例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Spec-First + AID 工作流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实战 45% + Live Demo 20%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4532D"/>
                </a:solidFill>
              </a:rPr>
              <a:t>. 案例研讨 + 圆桌 + 同行评审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606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设计亮点 (适配高级专业人士)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3474720" cy="685800"/>
          </a:xfrm>
          <a:prstGeom prst="roundRect">
            <a:avLst>
              <a:gd name="adj" fmla="val 1866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方案对比代替竞赛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2735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同一问题三种策略, 分析优劣.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不做排名, 做 trade-off 探讨.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97680" y="2926080"/>
            <a:ext cx="3474720" cy="685800"/>
          </a:xfrm>
          <a:prstGeom prst="roundRect">
            <a:avLst>
              <a:gd name="adj" fmla="val 18667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34840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圆桌对话代替游戏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34840" y="32735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讲师抛话题, 学员主导讨论.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效率/质量/安全三个话题碰撞.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46720" y="2926080"/>
            <a:ext cx="3474720" cy="685800"/>
          </a:xfrm>
          <a:prstGeom prst="roundRect">
            <a:avLst>
              <a:gd name="adj" fmla="val 18667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3880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认知冲突驱动注意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83880" y="32735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[为什么用AI反而更慢?]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对比冲击引发深度思考.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794760"/>
            <a:ext cx="3474720" cy="685800"/>
          </a:xfrm>
          <a:prstGeom prst="roundRect">
            <a:avLst>
              <a:gd name="adj" fmla="val 18667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3867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自主选择保留尊重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142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Workshop三档难度自选.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结尾开放空间, 学员自定议题.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297680" y="3794760"/>
            <a:ext cx="3474720" cy="685800"/>
          </a:xfrm>
          <a:prstGeom prst="roundRect">
            <a:avLst>
              <a:gd name="adj" fmla="val 1866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34840" y="3867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不讲基础直击深度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34840" y="4142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不讲[What is Token]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直接讲[Token去哪了].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474720" cy="685800"/>
          </a:xfrm>
          <a:prstGeom prst="roundRect">
            <a:avLst>
              <a:gd name="adj" fmla="val 18667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3867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5种形式轮换防疲劳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183880" y="4142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讲授/Live/动手/对比/讨论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每25min切换, 保持专注.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实战训战营 V3.1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核心交付物 + 关键数字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可带走的资产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474720"/>
                <a:gridCol w="182880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Native 三层分工模型图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 图解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 模板仓库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Markdown 复制即用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代码审查清单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7项必查 + 3项选查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优化速查卡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 折叠卡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 项目模板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可定制配置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模板集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审查/测试/重构/迁移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 工作流一页纸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四阶段门控图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问题板记录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两天讨论的好问题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9601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关键数字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0292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. ~11h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实战占比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~45% (~5h)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形式轮换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5种 . 每25-30min切换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3个 . 难度可自选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 . 可立即复用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讲授比例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 ~35%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583680" y="3703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方法论支柱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583680" y="402336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12" name="Text 8"/>
          <p:cNvSpPr/>
          <p:nvPr/>
        </p:nvSpPr>
        <p:spPr>
          <a:xfrm>
            <a:off x="6583680" y="402336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案例研讨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7909560" y="402336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14" name="Text 10"/>
          <p:cNvSpPr/>
          <p:nvPr/>
        </p:nvSpPr>
        <p:spPr>
          <a:xfrm>
            <a:off x="7909560" y="402336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方案对比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9235440" y="402336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AF5FF"/>
          </a:solidFill>
          <a:ln/>
        </p:spPr>
      </p:sp>
      <p:sp>
        <p:nvSpPr>
          <p:cNvPr id="16" name="Text 12"/>
          <p:cNvSpPr/>
          <p:nvPr/>
        </p:nvSpPr>
        <p:spPr>
          <a:xfrm>
            <a:off x="9235440" y="402336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圆桌对话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10561320" y="402336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10561320" y="402336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同行评审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583680" y="438912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20" name="Text 16"/>
          <p:cNvSpPr/>
          <p:nvPr/>
        </p:nvSpPr>
        <p:spPr>
          <a:xfrm>
            <a:off x="6583680" y="438912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开放空间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7909560" y="438912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/>
        </p:spPr>
      </p:sp>
      <p:sp>
        <p:nvSpPr>
          <p:cNvPr id="22" name="Text 18"/>
          <p:cNvSpPr/>
          <p:nvPr/>
        </p:nvSpPr>
        <p:spPr>
          <a:xfrm>
            <a:off x="7909560" y="438912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认知冲突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9235440" y="438912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24" name="Text 20"/>
          <p:cNvSpPr/>
          <p:nvPr/>
        </p:nvSpPr>
        <p:spPr>
          <a:xfrm>
            <a:off x="9235440" y="438912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自主选择</a:t>
            </a:r>
            <a:endParaRPr lang="en-US" sz="800" dirty="0"/>
          </a:p>
        </p:txBody>
      </p:sp>
      <p:sp>
        <p:nvSpPr>
          <p:cNvPr id="25" name="Shape 21"/>
          <p:cNvSpPr/>
          <p:nvPr/>
        </p:nvSpPr>
        <p:spPr>
          <a:xfrm>
            <a:off x="10561320" y="4389120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/>
        </p:spPr>
      </p:sp>
      <p:sp>
        <p:nvSpPr>
          <p:cNvPr id="26" name="Text 22"/>
          <p:cNvSpPr/>
          <p:nvPr/>
        </p:nvSpPr>
        <p:spPr>
          <a:xfrm>
            <a:off x="10561320" y="4389120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问题驱动</a:t>
            </a:r>
            <a:endParaRPr lang="en-US" sz="800" dirty="0"/>
          </a:p>
        </p:txBody>
      </p:sp>
      <p:sp>
        <p:nvSpPr>
          <p:cNvPr id="27" name="Shape 23"/>
          <p:cNvSpPr/>
          <p:nvPr/>
        </p:nvSpPr>
        <p:spPr>
          <a:xfrm>
            <a:off x="457200" y="4617720"/>
            <a:ext cx="11247120" cy="365760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31520" y="464515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上午看高手怎么用AI - 下午自己用AI做项目 - 晚上带着可复用的资产回到工位.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实战训战营</dc:title>
  <dc:subject>PptxGenJS Presentation</dc:subject>
  <dc:creator>AI Native 训战营</dc:creator>
  <cp:lastModifiedBy>AI Native 训战营</cp:lastModifiedBy>
  <cp:revision>1</cp:revision>
  <dcterms:created xsi:type="dcterms:W3CDTF">2026-05-11T23:33:15Z</dcterms:created>
  <dcterms:modified xsi:type="dcterms:W3CDTF">2026-05-11T23:33:15Z</dcterms:modified>
</cp:coreProperties>
</file>