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10912"/>
            <a:ext cx="82296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8406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AI Native 训战营 V2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457200" y="594360"/>
            <a:ext cx="1389888" cy="182880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94360"/>
            <a:ext cx="13898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2天 L1-L6体系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2468880" y="594360"/>
            <a:ext cx="1271016" cy="182880"/>
          </a:xfrm>
          <a:prstGeom prst="roundRect">
            <a:avLst>
              <a:gd name="adj" fmla="val 40000"/>
            </a:avLst>
          </a:prstGeom>
          <a:solidFill>
            <a:srgbClr val="FAF5FF"/>
          </a:solidFill>
          <a:ln/>
        </p:spPr>
      </p:sp>
      <p:sp>
        <p:nvSpPr>
          <p:cNvPr id="7" name="Text 5"/>
          <p:cNvSpPr/>
          <p:nvPr/>
        </p:nvSpPr>
        <p:spPr>
          <a:xfrm>
            <a:off x="2468880" y="594360"/>
            <a:ext cx="1271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上午讲座 下午演练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457200" y="17190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Native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2219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实战训战营 V2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27706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上午 9:30-12:00 讲座  |  下午 14:30-18:00 演示+演练  |  L4: 增量开发与重构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79776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16382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</a:rPr>
              <a:t>训前(1.5h): Prompt基础 + LLM概念 + Claude Code安装  -&gt;  课堂不讲基础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090672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0352" y="3273552"/>
            <a:ext cx="25054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4748B"/>
                </a:solidFill>
              </a:rPr>
              <a:t>范式+架构+推演</a:t>
            </a: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4748B"/>
                </a:solidFill>
              </a:rPr>
              <a:t>上午 L1+L2 讲座</a:t>
            </a: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4748B"/>
                </a:solidFill>
              </a:rPr>
              <a:t>下午 演示+W1+L3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246120" y="30632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9272" y="3090672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19272" y="3273552"/>
            <a:ext cx="25054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4748B"/>
                </a:solidFill>
              </a:rPr>
              <a:t>增量开发+最佳实践</a:t>
            </a: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4748B"/>
                </a:solidFill>
              </a:rPr>
              <a:t>上午 L4增量+L5实践</a:t>
            </a: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4748B"/>
                </a:solidFill>
              </a:rPr>
              <a:t>下午 W2重构+W3+L6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6035040" y="30632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AF5FF"/>
          </a:solidFill>
          <a:ln w="6350">
            <a:solidFill>
              <a:srgbClr val="E9D5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08192" y="3090672"/>
            <a:ext cx="2505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设计原则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08192" y="3273552"/>
            <a:ext cx="25054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4748B"/>
                </a:solidFill>
              </a:rPr>
              <a:t>上午讲座(&lt;=12:00)</a:t>
            </a: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4748B"/>
                </a:solidFill>
              </a:rPr>
              <a:t>下午先演示后演练</a:t>
            </a: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4748B"/>
                </a:solidFill>
              </a:rPr>
              <a:t>Workshop紧跟模块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10912"/>
            <a:ext cx="82296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8406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AI Native 训战营 V2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L1-L6 知识体系 + 两天全览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9144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42416"/>
            <a:ext cx="1325880" cy="530352"/>
          </a:xfrm>
          <a:prstGeom prst="roundRect">
            <a:avLst>
              <a:gd name="adj" fmla="val 10345"/>
            </a:avLst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120700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范式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57200" y="1362456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60m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1837944" y="1042416"/>
            <a:ext cx="1325880" cy="530352"/>
          </a:xfrm>
          <a:prstGeom prst="roundRect">
            <a:avLst>
              <a:gd name="adj" fmla="val 10345"/>
            </a:avLst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37944" y="105156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837944" y="120700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837944" y="1362456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60m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3218688" y="1042416"/>
            <a:ext cx="1325880" cy="530352"/>
          </a:xfrm>
          <a:prstGeom prst="roundRect">
            <a:avLst>
              <a:gd name="adj" fmla="val 10345"/>
            </a:avLst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8688" y="105156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218688" y="120700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全流程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218688" y="1362456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60m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4599432" y="1042416"/>
            <a:ext cx="1325880" cy="530352"/>
          </a:xfrm>
          <a:prstGeom prst="roundRect">
            <a:avLst>
              <a:gd name="adj" fmla="val 10345"/>
            </a:avLst>
          </a:prstGeom>
          <a:solidFill>
            <a:srgbClr val="F0FDF4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9432" y="105156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599432" y="120700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增量重构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599432" y="1362456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75m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5980176" y="1042416"/>
            <a:ext cx="1325880" cy="530352"/>
          </a:xfrm>
          <a:prstGeom prst="roundRect">
            <a:avLst>
              <a:gd name="adj" fmla="val 10345"/>
            </a:avLst>
          </a:prstGeom>
          <a:solidFill>
            <a:srgbClr val="FAF5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80176" y="105156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980176" y="120700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最佳实践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980176" y="1362456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50m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7360920" y="1042416"/>
            <a:ext cx="1325880" cy="530352"/>
          </a:xfrm>
          <a:prstGeom prst="roundRect">
            <a:avLst>
              <a:gd name="adj" fmla="val 10345"/>
            </a:avLst>
          </a:prstGeom>
          <a:solidFill>
            <a:srgbClr val="FAF5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60920" y="105156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L6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360920" y="120700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落地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360920" y="1362456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</a:rPr>
              <a:t>20m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457200" y="2084832"/>
            <a:ext cx="40462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Day 1: 范式+架构+推演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1956816"/>
            <a:ext cx="4046220" cy="41148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1956816"/>
            <a:ext cx="40462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上午 讲座 (9:30-12:00)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L1 AI Native 60min | L2 Agent 60min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640580" y="1600200"/>
            <a:ext cx="4046220" cy="41148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40580" y="1600200"/>
            <a:ext cx="40462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下午 演示+演练 (14:30-18:00)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L1+L2演示 45m | W1 60m | L3 60m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57200" y="2862072"/>
            <a:ext cx="40462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Day 2: 增量开发+最佳实践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2734056"/>
            <a:ext cx="4046220" cy="41148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2734056"/>
            <a:ext cx="40462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上午 讲座 (9:30-11:50)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L4 增量重构 75min | L5 实践 50min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640580" y="2377440"/>
            <a:ext cx="4046220" cy="41148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40580" y="2377440"/>
            <a:ext cx="40462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下午 演练 (14:30-18:00)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2563EB"/>
                </a:solidFill>
              </a:rPr>
              <a:t>W2重构 75m | W3项目 60m | 评审+L6</a:t>
            </a:r>
            <a:endParaRPr lang="en-US" sz="7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82696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383280"/>
                <a:gridCol w="3383280"/>
              </a:tblGrid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1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2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讲座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L1+L2 (120min)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L4+L5 (125min)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演示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L1+L2 Demo + L3 Live (105min)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演练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W1 练手 (60min)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W2 重构 + W3 项目 (135min)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收尾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回顾 (20min)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评审 + L6总结 (50min)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1" name="Text 38"/>
          <p:cNvSpPr/>
          <p:nvPr/>
        </p:nvSpPr>
        <p:spPr>
          <a:xfrm>
            <a:off x="457200" y="474573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训前自学(1.5h): Prompt基础 + LLM概念 + Claude Code安装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10912"/>
            <a:ext cx="82296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8406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AI Native 训战营 V2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详细日程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9144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上午 讲座 (9:30-12:00)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25296"/>
          <a:ext cx="822960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194560"/>
                <a:gridCol w="5532120"/>
              </a:tblGrid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时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环节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内容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09:30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开场+破冰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痛点便签墙 场景代入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09:45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L1: AI Native范式 60min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三层模型 SDD融合 12模块数据 CRISPE速讲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10:45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休息 15min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11:00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L2: Agent/Claude 60min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四层架构 Token全景 Skills机制 选型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044952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下午 演示+演练 (14:30-18:00)</a:t>
            </a:r>
            <a:endParaRPr lang="en-US" sz="9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16936"/>
          <a:ext cx="822960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194560"/>
                <a:gridCol w="5532120"/>
              </a:tblGrid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时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环节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内容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14:30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L1+L2 演示 45min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L1: 传统vs AI Native  L2: /tokens操作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15:15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休息 15min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15:30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Workshop 1: 练手 60min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环境搭建 CLAUDE.md+Skill 首次AI修改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16:30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休息 10min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16:40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L3 Live Coding 60min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完整演示[加单位换算] Spec-&gt;Code 不剪辑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17:40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Day1回顾+Q&amp;A 20min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知识点快闪 收集疑问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10912"/>
            <a:ext cx="82296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8406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AI Native 训战营 V2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详细日程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9144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上午 讲座 (9:30-11:50)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25296"/>
          <a:ext cx="822960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560320"/>
                <a:gridCol w="5166360"/>
              </a:tblGrid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时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环节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内容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09:30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L4: 增量开发与重构 75min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增量场景 AID流程 重构三原则 案例数据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10:45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休息 15min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11:00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L5: 工程最佳实践 50min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70/30法则 审查清单 三重门禁 决策矩阵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2816352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下午 演练 (14:30-18:00)</a:t>
            </a:r>
            <a:endParaRPr lang="en-US" sz="9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88336"/>
          <a:ext cx="822960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560320"/>
                <a:gridCol w="5166360"/>
              </a:tblGrid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时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环节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内容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14:30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Workshop 2: 增量重构 75min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A组(全重写)/B组(增量)/C组(手工+AI) 策略对比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15:45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休息 15min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16:00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Workshop 3: 端到端 60min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三档自选: 小费计算器/历史搜索/程序员 AID流程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17:00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方案对比+同行评审 30min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W2+W3成果展示 审查清单评审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17:30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L6: 落地策略+总结 20min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8项资产 Token三步法 30天路线 痛点回顾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17:50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开放空间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自由交流 一对一答疑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10912"/>
            <a:ext cx="82296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8406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AI Native 训战营 V2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L1-L6 模块详解 + 交付物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9144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658368"/>
            <a:ext cx="2670048" cy="868680"/>
          </a:xfrm>
          <a:prstGeom prst="roundRect">
            <a:avLst>
              <a:gd name="adj" fmla="val 8421"/>
            </a:avLst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8580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L1: AI Native范式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868680"/>
            <a:ext cx="252374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4748B"/>
                </a:solidFill>
              </a:rPr>
              <a:t>三层范式 三角色</a:t>
            </a: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4748B"/>
                </a:solidFill>
              </a:rPr>
              <a:t>SDD+AI融合 CRISPE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236976" y="658368"/>
            <a:ext cx="2670048" cy="868680"/>
          </a:xfrm>
          <a:prstGeom prst="roundRect">
            <a:avLst>
              <a:gd name="adj" fmla="val 8421"/>
            </a:avLst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0128" y="68580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L2: Agent/Claude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10128" y="868680"/>
            <a:ext cx="252374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4748B"/>
                </a:solidFill>
              </a:rPr>
              <a:t>四层架构 Token全景</a:t>
            </a: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4748B"/>
                </a:solidFill>
              </a:rPr>
              <a:t>/compact Skills三原则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016752" y="658368"/>
            <a:ext cx="2670048" cy="868680"/>
          </a:xfrm>
          <a:prstGeom prst="roundRect">
            <a:avLst>
              <a:gd name="adj" fmla="val 8421"/>
            </a:avLst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9904" y="68580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L3: 全流程推演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89904" y="868680"/>
            <a:ext cx="252374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4748B"/>
                </a:solidFill>
              </a:rPr>
              <a:t>Live Coding完整演示</a:t>
            </a: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4748B"/>
                </a:solidFill>
              </a:rPr>
              <a:t>一句话需求-&gt;代码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57200" y="1618488"/>
            <a:ext cx="2670048" cy="868680"/>
          </a:xfrm>
          <a:prstGeom prst="roundRect">
            <a:avLst>
              <a:gd name="adj" fmla="val 8421"/>
            </a:avLst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164592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L4: 增量开发与重构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" y="1828800"/>
            <a:ext cx="252374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4748B"/>
                </a:solidFill>
              </a:rPr>
              <a:t>增量场景 AID流程</a:t>
            </a: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4748B"/>
                </a:solidFill>
              </a:rPr>
              <a:t>重构三原则 案例数据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236976" y="1618488"/>
            <a:ext cx="2670048" cy="868680"/>
          </a:xfrm>
          <a:prstGeom prst="roundRect">
            <a:avLst>
              <a:gd name="adj" fmla="val 8421"/>
            </a:avLst>
          </a:prstGeom>
          <a:solidFill>
            <a:srgbClr val="FAF5FF"/>
          </a:solidFill>
          <a:ln w="6350">
            <a:solidFill>
              <a:srgbClr val="E9D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164592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L5: 工程最佳实践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10128" y="1828800"/>
            <a:ext cx="252374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4748B"/>
                </a:solidFill>
              </a:rPr>
              <a:t>70/30法则 7+3清单</a:t>
            </a: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4748B"/>
                </a:solidFill>
              </a:rPr>
              <a:t>三重门禁 决策矩阵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016752" y="1618488"/>
            <a:ext cx="2670048" cy="868680"/>
          </a:xfrm>
          <a:prstGeom prst="roundRect">
            <a:avLst>
              <a:gd name="adj" fmla="val 8421"/>
            </a:avLst>
          </a:prstGeom>
          <a:solidFill>
            <a:srgbClr val="FAF5FF"/>
          </a:solidFill>
          <a:ln w="6350">
            <a:solidFill>
              <a:srgbClr val="E9D5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9904" y="1645920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L6: 落地策略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89904" y="1828800"/>
            <a:ext cx="252374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4748B"/>
                </a:solidFill>
              </a:rPr>
              <a:t>8项资产 Token三步法</a:t>
            </a: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4748B"/>
                </a:solidFill>
              </a:rPr>
              <a:t>30天路线 团队推行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57200" y="2578608"/>
            <a:ext cx="40462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核心交付物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79776"/>
          <a:ext cx="4046220" cy="914400"/>
        </p:xfrm>
        <a:graphic>
          <a:graphicData uri="http://schemas.openxmlformats.org/drawingml/2006/table">
            <a:tbl>
              <a:tblPr/>
              <a:tblGrid>
                <a:gridCol w="228600"/>
                <a:gridCol w="1920240"/>
                <a:gridCol w="914400"/>
              </a:tblGrid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交付物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形式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AI心智模型图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图解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Skill模板仓库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MD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AI审查清单(7+3)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清单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CLAUDE.md模板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配置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Token速查卡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A5卡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Prompt模板集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按场景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AID工作流页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门控图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30天路线图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路线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4640580" y="2578608"/>
            <a:ext cx="40462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3个 Workshop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640580" y="2779776"/>
            <a:ext cx="4046220" cy="310896"/>
          </a:xfrm>
          <a:prstGeom prst="roundRect">
            <a:avLst>
              <a:gd name="adj" fmla="val 23529"/>
            </a:avLst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13732" y="2807208"/>
            <a:ext cx="38999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 环境搭建+练手 60min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713732" y="2990088"/>
            <a:ext cx="38999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4748B"/>
                </a:solidFill>
              </a:rPr>
              <a:t>Claude安装 CLAUDE.md+Skill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4640580" y="3127248"/>
            <a:ext cx="4046220" cy="310896"/>
          </a:xfrm>
          <a:prstGeom prst="roundRect">
            <a:avLst>
              <a:gd name="adj" fmla="val 23529"/>
            </a:avLst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13732" y="3154680"/>
            <a:ext cx="38999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 增量重构实操 75min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713732" y="3337560"/>
            <a:ext cx="38999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4748B"/>
                </a:solidFill>
              </a:rPr>
              <a:t>A/B/C三组策略 限时增量(在L4后)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4640580" y="3474720"/>
            <a:ext cx="4046220" cy="310896"/>
          </a:xfrm>
          <a:prstGeom prst="roundRect">
            <a:avLst>
              <a:gd name="adj" fmla="val 23529"/>
            </a:avLst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13732" y="3502152"/>
            <a:ext cx="38999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 端到端项目 60min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713732" y="3685032"/>
            <a:ext cx="38999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4748B"/>
                </a:solidFill>
              </a:rPr>
              <a:t>三档自选 完整AID流程 同行评审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10912"/>
            <a:ext cx="82296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8406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AI Native 训战营 V2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两天节奏 + 关键数字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9144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Day 1 节奏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25296"/>
          <a:ext cx="40233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188720"/>
                <a:gridCol w="411480"/>
              </a:tblGrid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时间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环节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长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09:30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开场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09:45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L1讲座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60m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10:45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休息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11:00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L2讲座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60m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12:00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午餐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14:30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演示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45m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15:15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休息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15:30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W1练手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60m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16:30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休息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16:40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L3 Live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60m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17:40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回顾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20m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663440" y="1371600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Day 2 节奏</a:t>
            </a:r>
            <a:endParaRPr lang="en-US" sz="9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868680"/>
          <a:ext cx="40233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188720"/>
                <a:gridCol w="411480"/>
              </a:tblGrid>
              <a:tr h="1508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时间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环节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长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09:30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L4讲座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75m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10:45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休息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11:00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L5讲座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50m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11:50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午餐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14:30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W2重构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75m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15:45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休息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16:00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W3项目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60m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17:00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评审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30m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17:30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L6总结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20m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17:50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开放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57200" y="368503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关键数字</a:t>
            </a:r>
            <a:endParaRPr lang="en-US" sz="900" dirty="0"/>
          </a:p>
        </p:txBody>
      </p:sp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38728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926080"/>
                <a:gridCol w="1188720"/>
                <a:gridCol w="2926080"/>
              </a:tblGrid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指标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数值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指标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数值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总时长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2天 ~11h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讲座占比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~40% (上午)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演示总长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105min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演练总长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195min (3 Workshop)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L1-L6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6个 系统化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交付物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3341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8项可复用</a:t>
                      </a:r>
                      <a:endParaRPr lang="en-US" sz="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25400" marB="2540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457200" y="4654296"/>
            <a:ext cx="8229600" cy="256032"/>
          </a:xfrm>
          <a:prstGeom prst="roundRect">
            <a:avLst>
              <a:gd name="adj" fmla="val 21429"/>
            </a:avLst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594360" y="4663440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上午讲座(到12:00)  下午先演示后演练  Workshop紧跟对应模块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2026-05-12T06:47:42Z</dcterms:created>
  <dcterms:modified xsi:type="dcterms:W3CDTF">2026-05-12T06:47:42Z</dcterms:modified>
</cp:coreProperties>
</file>