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60043" y="4892040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1260043" y="49834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1260043" y="594360"/>
            <a:ext cx="1389888" cy="182880"/>
          </a:xfrm>
          <a:prstGeom prst="roundRect">
            <a:avLst>
              <a:gd name="adj" fmla="val 40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1260043" y="594360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2天 L1-L6体系</a:t>
            </a:r>
            <a:endParaRPr lang="en-US" sz="650" dirty="0"/>
          </a:p>
        </p:txBody>
      </p:sp>
      <p:sp>
        <p:nvSpPr>
          <p:cNvPr id="6" name="Shape 4"/>
          <p:cNvSpPr/>
          <p:nvPr/>
        </p:nvSpPr>
        <p:spPr>
          <a:xfrm>
            <a:off x="3271723" y="594360"/>
            <a:ext cx="1271016" cy="182880"/>
          </a:xfrm>
          <a:prstGeom prst="roundRect">
            <a:avLst>
              <a:gd name="adj" fmla="val 40000"/>
            </a:avLst>
          </a:prstGeom>
          <a:solidFill>
            <a:srgbClr val="FAF5FF"/>
          </a:solidFill>
          <a:ln/>
        </p:spPr>
      </p:sp>
      <p:sp>
        <p:nvSpPr>
          <p:cNvPr id="7" name="Text 5"/>
          <p:cNvSpPr/>
          <p:nvPr/>
        </p:nvSpPr>
        <p:spPr>
          <a:xfrm>
            <a:off x="3271723" y="594360"/>
            <a:ext cx="1271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上午讲座 下午演练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260043" y="1005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Native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260043" y="1508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实战训战营 V2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260043" y="20574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上午 9:30-12:00 讲座  |  下午 14:30-18:00 演示+演练  |  L4: 增量开发与重构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260043" y="242316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88643" y="2450592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63EB"/>
                </a:solidFill>
              </a:rPr>
              <a:t>训前(1.5h): Prompt基础 + LLM概念 + Claude Code安装  -&gt;  课堂不讲基础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0043" y="306324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195" y="3090672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33195" y="3273552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范式+架构+推演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L1+L2 讲座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演示+W1+L3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048963" y="306324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22115" y="3090672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122115" y="3273552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增量开发+最佳实践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L4增量+L5实践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W2重构+W3+L6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837883" y="306324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11035" y="3090672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设计原则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911035" y="3273552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上午讲座(&lt;=12:00)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下午先演示后演练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Workshop紧跟模块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60043" y="4892040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1260043" y="49834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260043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知识体系 + 两天全览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260043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1260043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60043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260043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范式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260043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640787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40787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2640787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640787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021531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21531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021531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全流程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021531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5402275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0FDF4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02275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5402275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增量重构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5402275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75m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6783019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83019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783019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最佳实践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783019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50m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8163763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63763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8163763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8163763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20m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260043" y="1371600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1: 范式+架构+推演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260043" y="1600200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260043" y="1600200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(9:30-12:00)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L1 AI Native 60min | L2 Agent 60min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5443423" y="1600200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43423" y="1600200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演示+演练 (14:30-18:00)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L1+L2演示 45m | W1 60m | L3 60m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260043" y="2148840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2: 增量开发+最佳实践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260043" y="2377440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260043" y="2377440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(9:30-11:50)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L4 增量重构 75min | L5 实践 50min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5443423" y="2377440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43423" y="2377440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演练 (14:30-18:00)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W2重构 75m | W3项目 60m | 评审+L6</a:t>
            </a:r>
            <a:endParaRPr lang="en-US" sz="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60043" y="292608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(120min)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L4+L5 (125min)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Demo + L3 Live (105min)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 练手 (60min)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 重构 + W3 项目 (135min)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 (20min)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 + L6总结 (50min)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1260043" y="425196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训前自学(1.5h): Prompt基础 + LLM概念 + Claude Code安装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60043" y="4892040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1260043" y="49834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260043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260043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1260043" y="658368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(9:30-12:00)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60043" y="86868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开场+破冰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痛点便签墙 场景代入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AI Native范式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三层模型 SDD融合 12模块数据 CRISPE速讲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Agent/Claude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四层架构 Token全景 Skills机制 选型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260043" y="219456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演示+演练 (14:30-18:00)</a:t>
            </a:r>
            <a:endParaRPr lang="en-US" sz="9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60043" y="2404872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演示 45min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传统vs AI Native  L2: /tokens操作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1: 练手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环境搭建 CLAUDE.md+Skill 首次AI修改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 Coding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完整演示[加单位换算] Spec-&gt;Code 不剪辑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Day1回顾+Q&amp;A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知识点快闪 收集疑问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60043" y="4892040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1260043" y="49834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260043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260043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1260043" y="658368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(9:30-11:50)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60043" y="86868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L4: 增量开发与重构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增量场景 AID流程 重构三原则 案例数据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L5: 工程最佳实践 50min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70/30法则 审查清单 三重门禁 决策矩阵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260043" y="196596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演练 (14:30-18:00)</a:t>
            </a:r>
            <a:endParaRPr lang="en-US" sz="9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60043" y="2176272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2: 增量重构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A组(全重写)/B组(增量)/C组(手工+AI) 策略对比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3: 端到端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三档自选: 小费计算器/历史搜索/程序员 AID流程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方案对比+同行评审 30min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W2+W3成果展示 审查清单评审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L6: 落地策略+总结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8项资产 Token三步法 30天路线 痛点回顾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开放空间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自由交流 一对一答疑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60043" y="4892040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1260043" y="49834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260043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模块详解 + 交付物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260043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1260043" y="658368"/>
            <a:ext cx="2670048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33195" y="6858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AI Native范式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333195" y="868680"/>
            <a:ext cx="25237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三层范式 三角色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SDD+AI融合 CRISPE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039819" y="658368"/>
            <a:ext cx="2670048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2971" y="6858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Agent/Claude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2971" y="868680"/>
            <a:ext cx="25237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四层架构 Token全景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/compact Skills三原则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819595" y="658368"/>
            <a:ext cx="2670048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92747" y="6858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全流程推演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892747" y="868680"/>
            <a:ext cx="25237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Live Coding完整演示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一句话需求-&gt;代码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260043" y="1527048"/>
            <a:ext cx="2670048" cy="777240"/>
          </a:xfrm>
          <a:prstGeom prst="roundRect">
            <a:avLst>
              <a:gd name="adj" fmla="val 9412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33195" y="155448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L4: 增量开发与重构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333195" y="1737360"/>
            <a:ext cx="25237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增量场景 AID流程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重构三原则 案例数据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039819" y="1527048"/>
            <a:ext cx="2670048" cy="777240"/>
          </a:xfrm>
          <a:prstGeom prst="roundRect">
            <a:avLst>
              <a:gd name="adj" fmla="val 9412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2971" y="155448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L5: 工程最佳实践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12971" y="1737360"/>
            <a:ext cx="25237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70/30法则 7+3清单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三重门禁 决策矩阵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6819595" y="1527048"/>
            <a:ext cx="2670048" cy="777240"/>
          </a:xfrm>
          <a:prstGeom prst="roundRect">
            <a:avLst>
              <a:gd name="adj" fmla="val 9412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92747" y="155448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L6: 落地策略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92747" y="1737360"/>
            <a:ext cx="25237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8项资产 Token三步法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30天路线 团队推行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1260043" y="2395728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核心交付物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60043" y="2596896"/>
          <a:ext cx="4046220" cy="914400"/>
        </p:xfrm>
        <a:graphic>
          <a:graphicData uri="http://schemas.openxmlformats.org/drawingml/2006/table">
            <a:tbl>
              <a:tblPr/>
              <a:tblGrid>
                <a:gridCol w="228600"/>
                <a:gridCol w="1920240"/>
                <a:gridCol w="91440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形式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AI心智模型图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图解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Skill模板仓库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AI审查清单(7+3)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清单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CLAUDE.md模板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配置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Token速查卡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Prompt模板集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按场景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AID工作流页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门控图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30天路线图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路线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5443423" y="2395728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3个 Workshop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443423" y="2596896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516575" y="2624328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 环境搭建+练手 60min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516575" y="2807208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Claude安装 CLAUDE.md+Skill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5443423" y="2944368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516575" y="2971800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增量重构实操 75min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516575" y="3154680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A/B/C三组策略 限时增量(在L4后)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5443423" y="3291840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516575" y="3319272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 端到端项目 60min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516575" y="3502152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三档自选 完整AID流程 同行评审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60043" y="4892040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1260043" y="49834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260043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两天节奏 + 关键数字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260043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1260043" y="658368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1 节奏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60043" y="868680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W1练手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66283" y="658368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2 节奏</a:t>
            </a:r>
            <a:endParaRPr lang="en-US" sz="9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66283" y="868680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W2重构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W3项目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L6总结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1260043" y="2880360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关键数字</a:t>
            </a:r>
            <a:endParaRPr lang="en-US" sz="9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60043" y="306324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926080"/>
                <a:gridCol w="1188720"/>
                <a:gridCol w="29260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总时长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2天 ~11h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讲座占比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 (上午)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195min (3 Workshop)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L1-L6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6个 系统化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8项可复用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1260043" y="4069080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397203" y="407822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上午讲座(到12:00)  下午先演示后演练  Workshop紧跟对应模块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2026-05-12T06:23:21Z</dcterms:created>
  <dcterms:modified xsi:type="dcterms:W3CDTF">2026-05-12T06:23:21Z</dcterms:modified>
</cp:coreProperties>
</file>