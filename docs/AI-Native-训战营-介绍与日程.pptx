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548640" y="731520"/>
            <a:ext cx="1719072" cy="219456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73152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L1-L6体系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743200" y="731520"/>
            <a:ext cx="2011680" cy="219456"/>
          </a:xfrm>
          <a:prstGeom prst="roundRect">
            <a:avLst>
              <a:gd name="adj" fmla="val 5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0" y="73152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下午演示+演练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486400" y="731520"/>
            <a:ext cx="1426464" cy="219456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731520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终端 鸿蒙 计算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" y="11887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548640" y="24688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上午 9:30-12:00 讲座 | 下午 14:30-18:00 演示+演练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971800"/>
            <a:ext cx="11155680" cy="594360"/>
          </a:xfrm>
          <a:prstGeom prst="roundRect">
            <a:avLst>
              <a:gd name="adj" fmla="val 1846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</a:rPr>
              <a:t>训前(1.5h): Prompt基础 + LLM概念 + Claude Code安装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3474720" cy="868680"/>
          </a:xfrm>
          <a:prstGeom prst="roundRect">
            <a:avLst>
              <a:gd name="adj" fmla="val 1263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383133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范式+架构+推演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8368" y="4050792"/>
            <a:ext cx="325526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上午 L1+L2 讲座(到12:00)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下午 L1+L2演示 W1练手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L3 Live Coding 回顾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97680" y="3794760"/>
            <a:ext cx="3474720" cy="868680"/>
          </a:xfrm>
          <a:prstGeom prst="roundRect">
            <a:avLst>
              <a:gd name="adj" fmla="val 12632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7408" y="383133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案例+最佳实践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07408" y="4050792"/>
            <a:ext cx="325526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上午 L4案例+L5实践 讲座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下午 W2迁移(在L4后)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W3项目 评审 L6总结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046720" y="3794760"/>
            <a:ext cx="3474720" cy="868680"/>
          </a:xfrm>
          <a:prstGeom prst="roundRect">
            <a:avLst>
              <a:gd name="adj" fmla="val 12632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56448" y="383133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156448" y="4050792"/>
            <a:ext cx="325526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上午纯讲座(不超过12:00)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下午先演示后演练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Workshop紧跟对应模块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594360"/>
            <a:ext cx="1371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60m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2316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Agent架构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42316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60m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38912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8912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38912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60m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635508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5508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增量重构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35508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75m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832104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32104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最佳实践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32104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50m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10287000" y="914400"/>
            <a:ext cx="1828800" cy="640080"/>
          </a:xfrm>
          <a:prstGeom prst="roundRect">
            <a:avLst>
              <a:gd name="adj" fmla="val 14286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87000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87000" y="11338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287000" y="135331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20m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48640" y="17373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Day 1: 范式+架构+推演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2011680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01168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上午 讲座 (9:30-12:00)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L1 AI Native范式 60min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L2 Agent/Claude架构 60min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840480" y="2011680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0" y="201168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下午 演示+演练 (14:30-18:00)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L1+L2演示 45min | W1练手 60min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L3 Live Coding 60min | 回顾 20min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583680" y="17373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Day 2: 案例+最佳实践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583680" y="2011680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0" y="201168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上午 讲座 (9:30-11:50)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L4 增量开发与重构 75min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L5 工程最佳实践 50min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9875520" y="2011680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875520" y="201168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下午 演练 (14:30-18:00)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W2重构 75min | W3项目 60min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评审 30min | L6总结 20min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12161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029200"/>
                <a:gridCol w="512064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讲座(上午)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(120min)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L4+L5 (125min)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演示(下午)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Demo + L3 Live (105min)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演练(下午)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重构 + W3 项目 (135min)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 (20min)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 + L6总结 (50min)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160520"/>
            <a:ext cx="1216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训前自学(1.5h): Prompt基础 + LLM概念 + Claude Code安装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594360"/>
            <a:ext cx="1371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7772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上午 讲座 (9:30-12:00)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11430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926080"/>
                <a:gridCol w="777240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· 场景代入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· SDD融合 · 12模块数据冲击 · CRISPE速讲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Agent/Claude架构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· Token全景 · Skills机制 · 选型指南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28346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下午 演示+演练 (14:30-18:00)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108960"/>
          <a:ext cx="11430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795528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演示 (45min)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传统vs AI Native对比 · L2: /tokens /compact现场操作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练手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环境搭建 · CLAUDE.md+Skill · 首次AI代码修改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 Coding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完整演示[加单位换算] Spec-&gt;Code 全程不剪辑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(20min)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· 收集疑问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594360"/>
            <a:ext cx="1371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77724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上午 讲座 (9:30-11:50)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11430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474720"/>
                <a:gridCol w="722376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增量开发与重构 (75min)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增量开发场景 · AID增量流程 · 重构三原则 · 真实案例数据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(50min)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效率(70/30法则) · 质量(审查清单) · 安全(三重门禁) · 决策矩阵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246888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下午 演练 (14:30-18:00)</a:t>
            </a:r>
            <a:endParaRPr lang="en-US" sz="11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743200"/>
          <a:ext cx="11430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291840"/>
                <a:gridCol w="740664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增量重构实操 (75min)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A组(AI全量重写)/B组(AI增量)/C组(手工+AI) 策略对比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端到端项目 (60min)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三档自选: 小费计算器/历史搜索/程序员模式 AID流程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方案对比+同行评审 (30min)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W2+W3优秀成果展示 · 审查清单评审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(20min)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· Token三步法 · 30天路线 · 痛点回顾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· 一对一答疑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594360"/>
            <a:ext cx="1371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777240"/>
            <a:ext cx="3749040" cy="109728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81381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Native开发范式 (60min)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5488" y="1033272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三层范式演进 · 三角色模型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SDD+AI融合 · 4项验收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12模块数据: $1440-&gt;$3.50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CRISPE: Level0-&gt;Level3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297680" y="777240"/>
            <a:ext cx="3749040" cy="109728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7408" y="81381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Agent/Claude架构 (60min)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07408" y="1033272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四层架构 · Token消耗全景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/compact · Prompt Caching(省90%)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Skills三原则 · 选型指南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Token优化四阶段历程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229600" y="777240"/>
            <a:ext cx="3749040" cy="1097280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39328" y="81381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 (60min)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339328" y="1033272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Live Coding完整演示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一句话需求-&gt;代码交付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Spec-as-Code理念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4项验收标准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65760" y="2057400"/>
            <a:ext cx="3749040" cy="91440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209397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增量开发与重构 (75min)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" y="2313432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增量开发场景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AID增量流程 · Skill四原则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重构三原则 真实案例数据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97680" y="2057400"/>
            <a:ext cx="3749040" cy="914400"/>
          </a:xfrm>
          <a:prstGeom prst="roundRect">
            <a:avLst>
              <a:gd name="adj" fmla="val 12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7408" y="209397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 (50min)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07408" y="2313432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效率: 70/30模型法则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质量: 7+3审查清单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安全: 三重门禁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决策矩阵: 何时信AI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8229600" y="2057400"/>
            <a:ext cx="3749040" cy="914400"/>
          </a:xfrm>
          <a:prstGeom prst="roundRect">
            <a:avLst>
              <a:gd name="adj" fmla="val 12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2093976"/>
            <a:ext cx="3529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 (20min)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339328" y="2313432"/>
            <a:ext cx="35295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8项可复用资产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Token三步法(今天/本周/持续)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30天个人路线 · 4周团队推行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" y="315468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核心交付物 (8项)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429000"/>
          <a:ext cx="54864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00400"/>
                <a:gridCol w="137160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AI开发心智模型图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Markdown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AI代码审查清单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7+3项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可定制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Token优化速查卡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A5卡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AID工作流一页纸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30天学习路线图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6217920" y="315468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3个 Workshop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217920" y="3429000"/>
            <a:ext cx="5760720" cy="384048"/>
          </a:xfrm>
          <a:prstGeom prst="roundRect">
            <a:avLst>
              <a:gd name="adj" fmla="val 28571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27648" y="3465576"/>
            <a:ext cx="5541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W1: 环境搭建+练手 (Day1下午 60min)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327648" y="3685032"/>
            <a:ext cx="554126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Claude Code安装 · CLAUDE.md+Skill · 首次AI修改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6217920" y="3886200"/>
            <a:ext cx="5760720" cy="384048"/>
          </a:xfrm>
          <a:prstGeom prst="roundRect">
            <a:avLst>
              <a:gd name="adj" fmla="val 28571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27648" y="3922776"/>
            <a:ext cx="5541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W2: 安卓转鸿蒙迁移 (Day2下午 75min)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327648" y="4142232"/>
            <a:ext cx="554126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A/B/C三组不同策略 限时增量/重构 策略优劣对比(在L4后)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6217920" y="4343400"/>
            <a:ext cx="5760720" cy="384048"/>
          </a:xfrm>
          <a:prstGeom prst="roundRect">
            <a:avLst>
              <a:gd name="adj" fmla="val 28571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27648" y="4379976"/>
            <a:ext cx="5541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W3: 端到端项目 (Day2下午 60min)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327648" y="4599432"/>
            <a:ext cx="554126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</a:rPr>
              <a:t>三档自选 完整AID流程 同行评审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594360"/>
            <a:ext cx="1371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77724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1 节奏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53035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645920"/>
                <a:gridCol w="6400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 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 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L1+L2演示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583680" y="77724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2 节奏</a:t>
            </a:r>
            <a:endParaRPr lang="en-US" sz="10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051560"/>
          <a:ext cx="53035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645920"/>
                <a:gridCol w="64008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 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重构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 项目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L6总结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329184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关键数字</a:t>
            </a:r>
            <a:endParaRPr lang="en-US" sz="10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566160"/>
          <a:ext cx="11430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023360"/>
                <a:gridCol w="1645920"/>
                <a:gridCol w="411480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 (上午)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演练总长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195min (3 Workshop)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L1-L6模块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系统化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上午讲座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不超过12:00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演示+演练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下午进行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365760" y="4617720"/>
            <a:ext cx="11430000" cy="274320"/>
          </a:xfrm>
          <a:prstGeom prst="roundRect">
            <a:avLst>
              <a:gd name="adj" fmla="val 26667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48640" y="462686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</a:rPr>
              <a:t>上午讲座(到12:00)  下午先演示后演练  Workshop紧跟对应模块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Native 实战训战营 V2</dc:title>
  <dc:subject>PptxGenJS Presentation</dc:subject>
  <dc:creator>AI Native 训战营</dc:creator>
  <cp:lastModifiedBy>AI Native 训战营</cp:lastModifiedBy>
  <cp:revision>1</cp:revision>
  <dcterms:created xsi:type="dcterms:W3CDTF">2026-05-12T02:56:31Z</dcterms:created>
  <dcterms:modified xsi:type="dcterms:W3CDTF">2026-05-12T02:56:31Z</dcterms:modified>
</cp:coreProperties>
</file>