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演练+演示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W1实战+L3推演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增量开发和重构+最佳实践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L4讲座+W2实操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L5实践+W3项目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上午讲座/演练(&lt;=12:15)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下午讲座/演练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105m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演练+演示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W1实战 60m | L3推演+实战 45+60m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增量开发和重构+最佳实践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讲座+演练 (9:30-12:15)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W2 实操 75min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讲座+演练 (14:30-17:50)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L5 实践 50m | W3 项目 60m | 总结+L6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L4+W2实操 (150min)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演练/演示(下午)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W1实战+L3a推演+L3b实战 (165min)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L5实践+W3项目 (110min)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(30min)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总结 + L6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56285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演练+演示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L3a: 推演示范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L3b: 学员实战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跟做+对比点评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讲座+演练 (9:30-12:15)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讲座+演练 (14:30-17:50)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效率(70/30) · 质量(审查清单) · 安全(三重门禁) ·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15:20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17:25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推演+跟做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L3a推演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L3b实战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W2实操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15:20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17:25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 (L3)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上午讲座/演练  下午讲座/演练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2026-05-12T08:30:38Z</dcterms:created>
  <dcterms:modified xsi:type="dcterms:W3CDTF">2026-05-12T08:30:38Z</dcterms:modified>
</cp:coreProperties>
</file>