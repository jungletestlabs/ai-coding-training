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(14:30-18:00)\nL3推演+跟做 105m | W1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(14:30-18:00)\nW2重构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推演+跟做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L3: 全流程推演 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推演示范 45min -&gt; 休息 -&gt; 学员跟做+点评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hooks/上下文/Token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带项目实战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自带项目实验(或三档练习可选) 讲师巡场支持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疑问总结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Day1疑问解答 · 两天问题总结 · 成果展示点评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上下文管理 Token优化 工作流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带项目实战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自带项目实验 讲师巡场支持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2026-05-12T08:04:52Z</dcterms:created>
  <dcterms:modified xsi:type="dcterms:W3CDTF">2026-05-12T08:04:52Z</dcterms:modified>
</cp:coreProperties>
</file>