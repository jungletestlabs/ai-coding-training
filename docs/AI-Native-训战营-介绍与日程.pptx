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hooks/自定义命令/多模型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疑问解答+评审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Day1疑问集中解答 · 成果展示 ·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自定义命令 工作流搭建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2026-05-12T07:13:17Z</dcterms:created>
  <dcterms:modified xsi:type="dcterms:W3CDTF">2026-05-12T07:13:17Z</dcterms:modified>
</cp:coreProperties>
</file>