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389888" cy="182880"/>
          </a:xfrm>
          <a:prstGeom prst="roundRect">
            <a:avLst>
              <a:gd name="adj" fmla="val 40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50976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2天 L1-L6体系</a:t>
            </a:r>
            <a:endParaRPr lang="en-US" sz="650" dirty="0"/>
          </a:p>
        </p:txBody>
      </p:sp>
      <p:sp>
        <p:nvSpPr>
          <p:cNvPr id="6" name="Shape 4"/>
          <p:cNvSpPr/>
          <p:nvPr/>
        </p:nvSpPr>
        <p:spPr>
          <a:xfrm>
            <a:off x="2468880" y="950976"/>
            <a:ext cx="1271016" cy="182880"/>
          </a:xfrm>
          <a:prstGeom prst="roundRect">
            <a:avLst>
              <a:gd name="adj" fmla="val 40000"/>
            </a:avLst>
          </a:prstGeom>
          <a:solidFill>
            <a:srgbClr val="FAF5FF"/>
          </a:solidFill>
          <a:ln/>
        </p:spPr>
      </p:sp>
      <p:sp>
        <p:nvSpPr>
          <p:cNvPr id="7" name="Text 5"/>
          <p:cNvSpPr/>
          <p:nvPr/>
        </p:nvSpPr>
        <p:spPr>
          <a:xfrm>
            <a:off x="2468880" y="950976"/>
            <a:ext cx="12710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上午讲座 下午演练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457200" y="136245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18653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实战训战营 V2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57200" y="24140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上午 9:30-12:00 讲座  |  下午 14:30-18:00 演示+演练  |  L4: 增量开发与重构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779776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8072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563EB"/>
                </a:solidFill>
              </a:rPr>
              <a:t>训前(1.5h): Prompt基础 + LLM概念 + Claude Code安装  -&gt;  课堂不讲基础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3035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范式+架构+推演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L1+L2 讲座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演示+W1+L3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24612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1927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1927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增量开发+最佳实践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 L4增量+L5实践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 W2重构+W3+L6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035040" y="3419856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08192" y="3447288"/>
            <a:ext cx="2505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设计原则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08192" y="3630168"/>
            <a:ext cx="25054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上午讲座(&lt;=12:00)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下午先演示后演练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Workshop紧跟模块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知识体系 + 两天全览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范式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57200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837944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37944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37944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837944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18688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18688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18688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18688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60m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599432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0FDF4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99432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599432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增量重构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99432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75m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5980176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80176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980176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最佳实践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980176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50m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360920" y="1042416"/>
            <a:ext cx="1325880" cy="530352"/>
          </a:xfrm>
          <a:prstGeom prst="roundRect">
            <a:avLst>
              <a:gd name="adj" fmla="val 10345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60920" y="10515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360920" y="120700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360920" y="1362456"/>
            <a:ext cx="1325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</a:rPr>
              <a:t>20m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457200" y="1728216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1: 范式+架构+推演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195681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195681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(9:30-12:00)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L1 AI Native 60min | L2 Agent 60min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640580" y="195681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40580" y="195681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演示+演练 (14:30-18:00)\nL3推演 45m | L3 Live 60m | W1 60m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57200" y="2505456"/>
            <a:ext cx="40462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</a:rPr>
              <a:t>Day 2: 增量开发+最佳实践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273405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273405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上午 讲座 (9:30-11:50)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L4 增量重构 75min | L5 实践 50min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640580" y="2734056"/>
            <a:ext cx="4046220" cy="41148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40580" y="2734056"/>
            <a:ext cx="40462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</a:rPr>
              <a:t>下午 演练 (14:30-18:00)\nW2重构 75m | W3项目 60m | 评审+L6</a:t>
            </a:r>
            <a:endParaRPr lang="en-US" sz="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82696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(120min)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L4+L5 (125min)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推演 + L3 Live (105min)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 练手 (60min)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 重构 + W3 项目 (135min)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 (20min)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 + L6总结 (50min)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745736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</a:rPr>
              <a:t>训前自学(1.5h): Prompt基础 + LLM概念 + Claude Code安装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(9:30-12:00)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开场+破冰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痛点便签墙 场景代入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AI Native范式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三层模型 SDD融合 12模块数据 CRISPE速讲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Agent/Claude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四层架构 Token全景 Skills机制 选型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68833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演示+演练 (14:30-18:00)</a:t>
            </a:r>
            <a:endParaRPr lang="en-US" sz="9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1693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194560"/>
                <a:gridCol w="553212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全流程推演 45min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完整推演[加单位换算] Spec-&gt;Code 不剪辑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 Coding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学员跟做: 在自己的终端完成同一需求 · 对比点评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1: 高级实战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hooks/上下文/Token · 工作流搭建 · 增量实战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Day1回顾+Q&amp;A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知识点快闪 收集疑问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详细日程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上午 讲座 (9:30-11:50)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L4: 增量开发与重构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增量场景 AID流程 重构三原则 案例数据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L5: 工程最佳实践 50min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70/30法则 审查清单 三重门禁 决策矩阵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245973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下午 演练 (14:30-18:00)</a:t>
            </a:r>
            <a:endParaRPr lang="en-US" sz="9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88336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560320"/>
                <a:gridCol w="516636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2: 增量重构 75min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A组(全重写)/B组(增量)/C组(手工+AI) 策略对比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15min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3: 带项目实战 60min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自带项目实验(或三档练习可选) 讲师巡场支持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疑问总结 30min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Day1疑问解答 · 两天问题总结 · 成果展示点评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L6: 落地策略+总结 20min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8项资产 Token三步法 30天路线 痛点回顾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开放空间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自由交流 一对一答疑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模块详解 + 交付物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AI Native范式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0352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三层范式 三角色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SDD+AI融合 CRISPE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236976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10128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Agent/Claude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310128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四层架构 Token全景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/compact Skills三原则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016752" y="101498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9904" y="104241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全流程推演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089904" y="122529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Live Coding完整演示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一句话需求-&gt;代码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57200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L4: 增量开发与重构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0352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增量场景 AID流程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重构三原则 案例数据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3236976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0128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L5: 工程最佳实践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10128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70/30法则 7+3清单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三重门禁 决策矩阵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6016752" y="1975104"/>
            <a:ext cx="2670048" cy="868680"/>
          </a:xfrm>
          <a:prstGeom prst="roundRect">
            <a:avLst>
              <a:gd name="adj" fmla="val 8421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89904" y="2002536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L6: 落地策略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89904" y="2185416"/>
            <a:ext cx="252374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8项资产 Token三步法</a:t>
            </a:r>
            <a:endParaRPr lang="en-US" sz="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30天路线 团队推行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57200" y="2935224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核心交付物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36392"/>
          <a:ext cx="4046220" cy="914400"/>
        </p:xfrm>
        <a:graphic>
          <a:graphicData uri="http://schemas.openxmlformats.org/drawingml/2006/table">
            <a:tbl>
              <a:tblPr/>
              <a:tblGrid>
                <a:gridCol w="228600"/>
                <a:gridCol w="1920240"/>
                <a:gridCol w="91440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形式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AI心智模型图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图解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Skill模板仓库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MD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AI审查清单(7+3)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清单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CLAUDE.md模板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配置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Token速查卡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Prompt模板集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按场景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AID工作流页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门控图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30天路线图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路线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640580" y="2935224"/>
            <a:ext cx="40462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3个 Workshop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640580" y="3136392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13732" y="3163824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 Claude高级实战 60min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4713732" y="3346704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hooks 上下文管理 Token优化 工作流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4640580" y="3483864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713732" y="3511296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增量重构实操 75min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713732" y="3694176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A/B/C三组策略 限时增量(在L4后)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4640580" y="3831336"/>
            <a:ext cx="4046220" cy="310896"/>
          </a:xfrm>
          <a:prstGeom prst="roundRect">
            <a:avLst>
              <a:gd name="adj" fmla="val 23529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13732" y="3858768"/>
            <a:ext cx="38999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 带项目实战 60min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13732" y="4041648"/>
            <a:ext cx="38999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64748B"/>
                </a:solidFill>
              </a:rPr>
              <a:t>自带项目实验 讲师巡场支持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10912"/>
            <a:ext cx="82296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084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两天节奏 + 关键数字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02920"/>
            <a:ext cx="914400" cy="274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149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1 节奏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25296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W1练手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71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663440" y="1014984"/>
            <a:ext cx="40233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Day 2 节奏</a:t>
            </a:r>
            <a:endParaRPr lang="en-US" sz="9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225296"/>
          <a:ext cx="40233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411480"/>
              </a:tblGrid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L5讲座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W2重构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W3项目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L6总结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08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3328416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2E"/>
                </a:solidFill>
              </a:rPr>
              <a:t>关键数字</a:t>
            </a:r>
            <a:endParaRPr lang="en-US" sz="9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38728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926080"/>
                <a:gridCol w="1188720"/>
                <a:gridCol w="2926080"/>
              </a:tblGrid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数值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总时长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2天 ~11h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讲座占比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 (上午)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105min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演练总长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195min (3 Workshop)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L1-L6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6个 系统化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8项可复用</a:t>
                      </a:r>
                      <a:endParaRPr lang="en-US" sz="6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457200" y="4654296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94360" y="4663440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</a:rPr>
              <a:t>上午讲座(到12:00)  下午先演示后演练  Workshop紧跟对应模块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2026-05-12T07:54:43Z</dcterms:created>
  <dcterms:modified xsi:type="dcterms:W3CDTF">2026-05-12T07:54:43Z</dcterms:modified>
</cp:coreProperties>
</file>