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594360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594360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594360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090672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273552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60020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60020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L1+L2演示 45m | W1 60m | L3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377440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377440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74573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  L2: /tokens操作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CLAUDE.md+Skill 首次AI修改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 AID流程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W2+W3成果展示 审查清单评审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836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86868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65836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86868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65836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68580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86868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61848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164592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182880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61848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164592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182880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618488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1645920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1828800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57860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79776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578608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277977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280720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环境搭建+练手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299008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Claude安装 CLAUDE.md+Skill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127248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154680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337560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474720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502152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端到端项目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3685032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三档自选 完整AID流程 同行评审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868680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82112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2026-05-12T06:42:18Z</dcterms:created>
  <dcterms:modified xsi:type="dcterms:W3CDTF">2026-05-12T06:42:18Z</dcterms:modified>
</cp:coreProperties>
</file>