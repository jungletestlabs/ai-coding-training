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389888" cy="18288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50976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2468880" y="950976"/>
            <a:ext cx="1271016" cy="182880"/>
          </a:xfrm>
          <a:prstGeom prst="roundRect">
            <a:avLst>
              <a:gd name="adj" fmla="val 4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950976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457200" y="13624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865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414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上午 9:30-12:00 讲座  |  下午 14:30-18:00 演示+演练  |  L4: 增量开发与重构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7797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072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</a:rPr>
              <a:t>训前(1.5h): Prompt基础 + LLM概念 + Claude Code安装  -&gt;  课堂不讲基础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范式+架构+推演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L1+L2 讲座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演示+W1+L3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4612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927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927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增量开发+最佳实践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L4增量+L5实践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W2重构+W3+L6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03504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0819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上午讲座(&lt;=12:00)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下午先演示后演练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Workshop紧跟模块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837944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37944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37944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837944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18688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18688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18688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18688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599432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9432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599432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99432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75m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980176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80176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80176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980176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50m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36092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36092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36092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20m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457200" y="172821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1: 范式+架构+推演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(9:30-12:00)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 AI Native 60min | L2 Agent 60min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64058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058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演示+演练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L1+L2演示 45m | W1 60m | L3 60m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57200" y="250545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2: 增量开发+最佳实践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(9:30-11:50)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L4 增量重构 75min | L5 实践 50min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64058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4058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W2重构 75m | W3项目 60m | 评审+L6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82696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(105min)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74573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(9:30-12:00)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场景代入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CRISPE速讲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6883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演示+演练 (14:30-18:00)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169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演示 45min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传统vs AI Native  L2: /tokens操作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练手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环境搭建 CLAUDE.md+Skill 首次AI修改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不剪辑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(9:30-11:50)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70/30法则 审查清单 三重门禁 决策矩阵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4597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演练 (14:30-18:00)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883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端到端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三档自选: 小费计算器/历史搜索/程序员 AID流程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方案对比+同行评审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W2+W3成果展示 审查清单评审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三层范式 三角色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SDD+AI融合 CRISPE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36976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0128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10128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四层架构 Token全景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/compact Skills三原则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16752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9904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89904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Live Coding完整演示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一句话需求-&gt;代码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增量场景 AID流程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重构三原则 案例数据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236976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0128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70/30法则 7+3清单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三重门禁 决策矩阵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016752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89904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8项资产 Token三步法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30天路线 团队推行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核心交付物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36392"/>
          <a:ext cx="4046220" cy="914400"/>
        </p:xfrm>
        <a:graphic>
          <a:graphicData uri="http://schemas.openxmlformats.org/drawingml/2006/table">
            <a:tbl>
              <a:tblPr/>
              <a:tblGrid>
                <a:gridCol w="228600"/>
                <a:gridCol w="1920240"/>
                <a:gridCol w="91440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配置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64058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3个 Workshop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640580" y="3136392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3732" y="3163824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环境搭建+练手 60min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13732" y="3346704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Claude安装 CLAUDE.md+Skill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640580" y="3483864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13732" y="3511296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713732" y="3694176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A/B/C三组策略 限时增量(在L4后)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4640580" y="3831336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3732" y="3858768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端到端项目 60min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3732" y="4041648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三档自选 完整AID流程 同行评审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1 节奏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W1练手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66344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2 节奏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W2重构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3328416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关键数字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38728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1188720"/>
                <a:gridCol w="2926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654296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94360" y="466344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2026-05-12T06:56:34Z</dcterms:created>
  <dcterms:modified xsi:type="dcterms:W3CDTF">2026-05-12T06:56:34Z</dcterms:modified>
</cp:coreProperties>
</file>