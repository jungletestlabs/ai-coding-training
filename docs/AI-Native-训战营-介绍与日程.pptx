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94360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594360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594360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5059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685800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6949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85039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37160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148840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251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1945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048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196596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65836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86868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527048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15544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1737360"/>
            <a:ext cx="25237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96896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39572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259689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262432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280720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2944368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2971800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154680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291840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319272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3502152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658368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288036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632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06908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07822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2026-05-12T06:30:21Z</dcterms:created>
  <dcterms:modified xsi:type="dcterms:W3CDTF">2026-05-12T06:30:21Z</dcterms:modified>
</cp:coreProperties>
</file>