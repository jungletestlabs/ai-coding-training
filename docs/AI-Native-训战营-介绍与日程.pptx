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509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950976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950976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3624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865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797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72821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L1+L2演示 45m | W1 60m | L3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50545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82696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74573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883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169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全流程推演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完整推演[加单位换算]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学员跟做: 在自己的终端完成同一需求 · 对比点评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高级实战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hooks/上下文/Token · 工作流搭建 · 增量实战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4597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883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带项目实战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自带项目实验(或三档练习可选) 讲师巡场支持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疑问总结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Day1疑问解答 · 两天问题总结 · 成果展示点评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36392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3136392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3163824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Claude高级实战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3346704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hooks 上下文管理 Token优化 工作流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3483864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3511296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694176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83133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85876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带项目实战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404164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自带项目实验 讲师巡场支持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328416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38728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65429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66344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2026-05-12T07:42:28Z</dcterms:created>
  <dcterms:modified xsi:type="dcterms:W3CDTF">2026-05-12T07:42:28Z</dcterms:modified>
</cp:coreProperties>
</file>