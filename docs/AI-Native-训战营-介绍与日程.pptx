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实战训战营 · V2 (L1-L6)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548640" y="731520"/>
            <a:ext cx="2249424" cy="256032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731520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2天 · L1-L6结构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0" y="731520"/>
            <a:ext cx="1920240" cy="256032"/>
          </a:xfrm>
          <a:prstGeom prst="roundRect">
            <a:avLst>
              <a:gd name="adj" fmla="val 50000"/>
            </a:avLst>
          </a:prstGeom>
          <a:solidFill>
            <a:srgbClr val="FAF5FF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0" y="7315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训前Prompt自学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754880" y="731520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0FDF4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731520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终端·鸿蒙·计算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48640" y="12801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Native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548640" y="1920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实战训战营 V2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上午 9:30-12:00 讲授+演示  |  下午 14:30-18:00 实战+研讨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108960"/>
            <a:ext cx="11155680" cy="64008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154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563EB"/>
                </a:solidFill>
              </a:rPr>
              <a:t>按 specs/update1.md 的 L1-L6 结构 · Prompt融入训前自学 · 新增L4安卓转鸿蒙实战案例 · L5工程最佳实践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977640"/>
            <a:ext cx="3474720" cy="749808"/>
          </a:xfrm>
          <a:prstGeom prst="roundRect">
            <a:avLst>
              <a:gd name="adj" fmla="val 17073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40325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1 - 范式+架构+实战入门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" y="430682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上午 L1+L2 + Live演示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下午 Workshop1+2 + 方案对比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0" y="3977640"/>
            <a:ext cx="3474720" cy="749808"/>
          </a:xfrm>
          <a:prstGeom prst="roundRect">
            <a:avLst>
              <a:gd name="adj" fmla="val 17073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34840" y="40325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2 - 推演+案例+最佳实践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34840" y="430682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上午 L3 Live Coding + L4 实战案例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下午 Workshop3 + L5 + L6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046720" y="3977640"/>
            <a:ext cx="3474720" cy="749808"/>
          </a:xfrm>
          <a:prstGeom prst="roundRect">
            <a:avLst>
              <a:gd name="adj" fmla="val 17073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83880" y="40325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训前（自学1.5h）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183880" y="430682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Prompt基础 + LLM概念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Claude Code安装 + 预习自测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实战训战营 · V2 (L1-L6)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知识体系 + 两天全览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3716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训前自学(1.5h): Prompt基础 + LLM概念 + Claude Code安装 → 课堂不讲基础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1783080" cy="777240"/>
          </a:xfrm>
          <a:prstGeom prst="roundRect">
            <a:avLst>
              <a:gd name="adj" fmla="val 14118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29844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48132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Native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开发范式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8288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60min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377440" y="1280160"/>
            <a:ext cx="1783080" cy="777240"/>
          </a:xfrm>
          <a:prstGeom prst="roundRect">
            <a:avLst>
              <a:gd name="adj" fmla="val 14118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68880" y="129844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377440" y="148132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Agent/Claude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架构解读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377440" y="18288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75min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297680" y="1280160"/>
            <a:ext cx="1783080" cy="777240"/>
          </a:xfrm>
          <a:prstGeom prst="roundRect">
            <a:avLst>
              <a:gd name="adj" fmla="val 14118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0" y="129844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297680" y="148132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全流程AI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Native推演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297680" y="18288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120min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217920" y="1280160"/>
            <a:ext cx="1783080" cy="777240"/>
          </a:xfrm>
          <a:prstGeom prst="roundRect">
            <a:avLst>
              <a:gd name="adj" fmla="val 14118"/>
            </a:avLst>
          </a:prstGeom>
          <a:solidFill>
            <a:srgbClr val="F0FDF4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0" y="129844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217920" y="148132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安卓转鸿蒙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实战案例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217920" y="18288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50min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8138160" y="1280160"/>
            <a:ext cx="1783080" cy="777240"/>
          </a:xfrm>
          <a:prstGeom prst="roundRect">
            <a:avLst>
              <a:gd name="adj" fmla="val 14118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0" y="129844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138160" y="148132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工程最佳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实践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138160" y="18288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50min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0058400" y="1280160"/>
            <a:ext cx="1783080" cy="777240"/>
          </a:xfrm>
          <a:prstGeom prst="roundRect">
            <a:avLst>
              <a:gd name="adj" fmla="val 14118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149840" y="129844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058400" y="148132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落地策略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+总结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058400" y="18288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40min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48640" y="22860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Day 1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8640" y="2560320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25603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L1 AI Native范式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09:45 · 60min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+15min Live演示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468880" y="2560320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68880" y="25603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L2 Agent/Claude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11:00 · 75min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+15min Live演示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48640" y="3383280"/>
            <a:ext cx="1828800" cy="566928"/>
          </a:xfrm>
          <a:prstGeom prst="roundRect">
            <a:avLst>
              <a:gd name="adj" fmla="val 161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33832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Workshop 1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14:30 · 60min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环境搭建+练手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468880" y="3383280"/>
            <a:ext cx="1828800" cy="566928"/>
          </a:xfrm>
          <a:prstGeom prst="roundRect">
            <a:avLst>
              <a:gd name="adj" fmla="val 161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468880" y="33832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Workshop 2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15:45 · 75min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多策略迁移实操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389120" y="3383280"/>
            <a:ext cx="1828800" cy="566928"/>
          </a:xfrm>
          <a:prstGeom prst="roundRect">
            <a:avLst>
              <a:gd name="adj" fmla="val 16129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89120" y="33832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方案对比+回顾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17:00 · 60min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策略分析+Day1讨论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583680" y="22860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Day 2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583680" y="2560320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83680" y="25603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L3 全流程推演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09:30 · 120min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+30min Live Coding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8503920" y="2560320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503920" y="25603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L4 安卓转鸿蒙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11:45 · 50min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真实案例+Skill机制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6583680" y="3383280"/>
            <a:ext cx="1828800" cy="566928"/>
          </a:xfrm>
          <a:prstGeom prst="roundRect">
            <a:avLst>
              <a:gd name="adj" fmla="val 161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83680" y="33832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Workshop 3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14:30 · 75min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端到端项目(自选难度)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503920" y="3383280"/>
            <a:ext cx="1828800" cy="566928"/>
          </a:xfrm>
          <a:prstGeom prst="roundRect">
            <a:avLst>
              <a:gd name="adj" fmla="val 16129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503920" y="33832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L5+L6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16:00 · 90min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最佳实践+落地策略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10424160" y="3383280"/>
            <a:ext cx="1280160" cy="566928"/>
          </a:xfrm>
          <a:prstGeom prst="roundRect">
            <a:avLst>
              <a:gd name="adj" fmla="val 16129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424160" y="338328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开放空间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17:30 · 30min+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自由交流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实战训战营 · V2 (L1-L6)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详细日程 - 范式+架构+实战入门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371600" cy="36576"/>
          </a:xfrm>
          <a:prstGeom prst="rect">
            <a:avLst/>
          </a:prstGeom>
          <a:solidFill>
            <a:srgbClr val="2563EB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743200"/>
                <a:gridCol w="7772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开场+破冰 (15min)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痛点便签墙 · 场景代入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AI Native范式 (60min)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三层模型 + SDD融合 + 12模块数据冲击($1440-&gt;$3.50) → Live对比演示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(15min)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Agent/Claude架构 (75min)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四层架构 + Token全景 → Live /tokens /compact演示 + 学员自查消耗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12:15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 (105min)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屏幕循环播放Claude Code操作录屏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1: 环境搭建+练手 (60min)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Code安装检查 → 编写CLAUDE.md+Skill → 首次AI代码修改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(15min)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2: 迁移实操 (75min)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A组(全自动) B组(分步式) C组(参考式) → 三种策略对比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方案对比+Day1回顾 (60min)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各组10min展示 → 效率/质量/Token分析 → 讲师最优方案 · Day1回顾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4434840"/>
            <a:ext cx="11430000" cy="320040"/>
          </a:xfrm>
          <a:prstGeom prst="roundRect">
            <a:avLst>
              <a:gd name="adj" fmla="val 2857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45312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Day 1 产出: CLAUDE.md · 首次AI代码修改 · 三种迁移策略的trade-off理解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实战训战营 · V2 (L1-L6)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详细日程 - 全流程推演 + 实战案例 + 最佳实践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371600" cy="36576"/>
          </a:xfrm>
          <a:prstGeom prst="rect">
            <a:avLst/>
          </a:prstGeom>
          <a:solidFill>
            <a:srgbClr val="2563EB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114800"/>
                <a:gridCol w="64008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L3: 全流程AI Native推演 (120min)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Coding完整演示[加单位换算] → Spec→Design→Code→Test · 代码审查游戏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(15min)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L4: 安卓转鸿蒙实战案例 (50min)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真实项目解读 → Skill四原则(自包含/分层/CI/适配) → 迁移铁律 · Token优化历程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12:35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 (115min)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跨项目深度交流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3: 端到端项目 (75min)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三档自选: 一星小费计算器 / 二星历史搜索 / 三星程序员模式 → AID流程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(15min)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L5: 工程最佳实践 (50min)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效率(70/30法则) · 质量(审查清单) · 安全(三重门禁) · 成本(决策矩阵)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L6: 落地策略+总结 (40min)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资产清单 · Token三步法 · 团队推行 · 30天路线 · 痛点回顾 · Q&amp;A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开放空间 (30min+)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自由交流 · 一对一答疑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4434840"/>
            <a:ext cx="11430000" cy="320040"/>
          </a:xfrm>
          <a:prstGeom prst="roundRect">
            <a:avLst>
              <a:gd name="adj" fmla="val 2857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45312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Day 2 产出: 完整AID流程体验 · 工程判断力 · 端到端项目成果 · 全部8项资产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实战训战营 · V2 (L1-L6)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模块详解 + 核心交付物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3716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960120"/>
            <a:ext cx="2743200" cy="868680"/>
          </a:xfrm>
          <a:prstGeom prst="roundRect">
            <a:avLst>
              <a:gd name="adj" fmla="val 14737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01498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AI Native开发范式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289304"/>
            <a:ext cx="2468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60min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三层模型 · SDD融合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12模块迁移数据冲击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Live: 传统vs AI Native对比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383280" y="960120"/>
            <a:ext cx="2743200" cy="868680"/>
          </a:xfrm>
          <a:prstGeom prst="roundRect">
            <a:avLst>
              <a:gd name="adj" fmla="val 14737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0440" y="101498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Agent/Claude架构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520440" y="1289304"/>
            <a:ext cx="2468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75min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四层架构 · Token消耗全景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/compact · Prompt Caching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Live: /tokens /compact /context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309360" y="960120"/>
            <a:ext cx="2743200" cy="868680"/>
          </a:xfrm>
          <a:prstGeom prst="roundRect">
            <a:avLst>
              <a:gd name="adj" fmla="val 14737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01498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L3: 全流程AI Native推演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46520" y="1289304"/>
            <a:ext cx="2468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120min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需求→设计→实现→验证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完整Live Coding不剪辑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Spec-as-Code理念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235440" y="960120"/>
            <a:ext cx="2743200" cy="868680"/>
          </a:xfrm>
          <a:prstGeom prst="roundRect">
            <a:avLst>
              <a:gd name="adj" fmla="val 14737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72600" y="101498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L4: 安卓转鸿蒙实战案例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372600" y="1289304"/>
            <a:ext cx="2468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50min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真实客户项目解读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Skill四原则 · 迁移铁律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Token优化: $1440→$3.50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011680"/>
            <a:ext cx="2743200" cy="640080"/>
          </a:xfrm>
          <a:prstGeom prst="roundRect">
            <a:avLst>
              <a:gd name="adj" fmla="val 20000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206654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L5: 工程最佳实践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234086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50min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70/30模型分配法则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审查清单 · 三重门禁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决策矩阵: 何时信AI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83280" y="2011680"/>
            <a:ext cx="2743200" cy="640080"/>
          </a:xfrm>
          <a:prstGeom prst="roundRect">
            <a:avLst>
              <a:gd name="adj" fmla="val 20000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20440" y="206654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L6: 落地策略+总结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20440" y="234086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40min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Token三步法 · 团队推行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30天路线 · 效果度量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痛点回顾 · Q&amp;A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2011680"/>
            <a:ext cx="2743200" cy="640080"/>
          </a:xfrm>
          <a:prstGeom prst="roundRect">
            <a:avLst>
              <a:gd name="adj" fmla="val 20000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206654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训前（自学1.5h）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46520" y="234086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Prompt基础框架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Zero-Shot/Few-Shot/CoT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LLM核心概念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Claude Code安装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" y="2926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核心交付物 (8项)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566928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743200"/>
                <a:gridCol w="1371600"/>
              </a:tblGrid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形式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AI开发心智模型图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图解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Skill模板仓库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Markdown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AI代码审查清单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7+3项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CLAUDE.md模板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可定制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Token优化速查卡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A5折叠卡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Prompt模板集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按场景分类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AID工作流一页纸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门控图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30天学习路线图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路线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6583680" y="2926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3个 Workshop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583680" y="3246120"/>
            <a:ext cx="5029200" cy="502920"/>
          </a:xfrm>
          <a:prstGeom prst="roundRect">
            <a:avLst>
              <a:gd name="adj" fmla="val 25455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720840" y="330098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W1: 环境搭建+练手 (Day1下午 · 60min)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6720840" y="3575304"/>
            <a:ext cx="475488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Claude Code安装 → 编写CLAUDE.md+Skill → 首次AI修改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6583680" y="3840480"/>
            <a:ext cx="5029200" cy="502920"/>
          </a:xfrm>
          <a:prstGeom prst="roundRect">
            <a:avLst>
              <a:gd name="adj" fmla="val 25455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720840" y="389534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W2: 迁移实操对比 (Day1下午 · 75min)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6720840" y="4169664"/>
            <a:ext cx="475488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A组(全自动) B组(分步式) C组(参考式) → 策略trade-off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6583680" y="4434840"/>
            <a:ext cx="5029200" cy="502920"/>
          </a:xfrm>
          <a:prstGeom prst="roundRect">
            <a:avLst>
              <a:gd name="adj" fmla="val 25455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720840" y="44897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W3: 端到端项目 (Day2下午 · 75min)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720840" y="4764024"/>
            <a:ext cx="475488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三档自选: 小费计算器/历史搜索/程序员模式 → AID流程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实战训战营 · V2 (L1-L6)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与市面 AI 培训的差异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3716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005840"/>
            <a:ext cx="5303520" cy="1234440"/>
          </a:xfrm>
          <a:prstGeom prst="roundRect">
            <a:avLst>
              <a:gd name="adj" fmla="val 10370"/>
            </a:avLst>
          </a:prstGeom>
          <a:solidFill>
            <a:srgbClr val="FEF2F2"/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05156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X 市面 AI 入门培训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1298448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F1D1D"/>
                </a:solidFill>
              </a:rPr>
              <a:t>. 讲 LLM/Transformer 原理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F1D1D"/>
                </a:solidFill>
              </a:rPr>
              <a:t>. Prompt 工程从零教起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F1D1D"/>
                </a:solidFill>
              </a:rPr>
              <a:t>. 重讲授、轻实战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F1D1D"/>
                </a:solidFill>
              </a:rPr>
              <a:t>. 游戏化、积分排名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F1D1D"/>
                </a:solidFill>
              </a:rPr>
              <a:t>. 无真实项目案例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17920" y="1005840"/>
            <a:ext cx="5303520" cy="1234440"/>
          </a:xfrm>
          <a:prstGeom prst="roundRect">
            <a:avLst>
              <a:gd name="adj" fmla="val 10370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05156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OK 本训战营 V2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46520" y="1298448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4532D"/>
                </a:solidFill>
              </a:rPr>
              <a:t>. 不讲基础, Prompt训前自学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4532D"/>
                </a:solidFill>
              </a:rPr>
              <a:t>. L1-L6系统化知识体系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4532D"/>
                </a:solidFill>
              </a:rPr>
              <a:t>. 实战 50% + Live Demo 20%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4532D"/>
                </a:solidFill>
              </a:rPr>
              <a:t>. 案例研讨 + 方案对比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4532D"/>
                </a:solidFill>
              </a:rPr>
              <a:t>. 真实安卓转鸿蒙项目贯穿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2468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关键数字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88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49040"/>
                <a:gridCol w="1828800"/>
                <a:gridCol w="384048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总时长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2天 · ~11h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实战占比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~50% (~5.5h)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L1-L6模块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6个 · 系统化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3个 · 难度自选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8项可复用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讲授比例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仅 ~30%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演示总时长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+95min Live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Token优化案例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$1440→$3.50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57200" y="4206240"/>
            <a:ext cx="11247120" cy="50292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425196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2563EB"/>
                </a:solidFill>
              </a:rPr>
              <a:t>V2 核心: 按update1.md的L1-L6体系 · Prompt训前自学 · 新增L4安卓转鸿蒙实战 · 上午讲演+下午Workshop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Native 实战训战营 V2</dc:title>
  <dc:subject>PptxGenJS Presentation</dc:subject>
  <dc:creator>AI Native 训战营</dc:creator>
  <cp:lastModifiedBy>AI Native 训战营</cp:lastModifiedBy>
  <cp:revision>1</cp:revision>
  <dcterms:created xsi:type="dcterms:W3CDTF">2026-05-12T01:28:01Z</dcterms:created>
  <dcterms:modified xsi:type="dcterms:W3CDTF">2026-05-12T01:28:01Z</dcterms:modified>
</cp:coreProperties>
</file>