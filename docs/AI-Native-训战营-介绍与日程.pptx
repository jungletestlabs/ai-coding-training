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94360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594360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594360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5059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37160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14884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389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33172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10312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57860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57860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277977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280720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299008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127248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154680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337560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474720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502152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3685032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297180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82112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29768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30682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2026-05-12T06:39:23Z</dcterms:created>
  <dcterms:modified xsi:type="dcterms:W3CDTF">2026-05-12T06:39:23Z</dcterms:modified>
</cp:coreProperties>
</file>