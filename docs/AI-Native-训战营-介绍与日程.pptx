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·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548640" y="731520"/>
            <a:ext cx="1920240" cy="256032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7315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· V1扩展版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560320" y="731520"/>
            <a:ext cx="2414016" cy="256032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731520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6模块 + 演示 + 实战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846320" y="731520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AF5FF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73152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终端·鸿蒙·计算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" y="1280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548640" y="1920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V1扩展版: 6模块核心不变 · 新增Live演示 · 下午独立Workshop实战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9144000" cy="822960"/>
          </a:xfrm>
          <a:prstGeom prst="roundRect">
            <a:avLst>
              <a:gd name="adj" fmla="val 1555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24612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563EB"/>
                </a:solidFill>
              </a:rPr>
              <a:t>V2 = V1 + 演示 + 实战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563EB"/>
                </a:solidFill>
              </a:rPr>
              <a:t>6个模块的教学内容完全不变, 仅在每个模块增加Live Demo时长, 并将课内练习扩展为下午3个独立Workshop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3474720" cy="548640"/>
          </a:xfrm>
          <a:prstGeom prst="roundRect">
            <a:avLst>
              <a:gd name="adj" fmla="val 23333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3708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1 - 基础 + 实战入门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4645152"/>
            <a:ext cx="3200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上午 模块一+二 + Live演示 · 下午 Workshop1+2 · 方案对比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389120" y="4297680"/>
            <a:ext cx="3474720" cy="548640"/>
          </a:xfrm>
          <a:prstGeom prst="roundRect">
            <a:avLst>
              <a:gd name="adj" fmla="val 23333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43708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2 - 全流程 + 真项目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6280" y="4645152"/>
            <a:ext cx="3200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上午 模块三+四 + Live Coding · 下午 Workshop3+模块五+六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229600" y="4297680"/>
            <a:ext cx="3474720" cy="548640"/>
          </a:xfrm>
          <a:prstGeom prst="roundRect">
            <a:avLst>
              <a:gd name="adj" fmla="val 23333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43708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与V1的关系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66760" y="4645152"/>
            <a:ext cx="3200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6模块内容完全不变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新增: Live演示 + 3个Workshop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交付物从7项增至9项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·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两天全览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上午 9:30-12:00 讲授+演示 | 午餐 | 下午 14:30-18:00 实战+研讨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2344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Day 1 - 基础 + 实战入门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模块一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AI Native范式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45min + 15min演示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468880" y="155448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模块二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Agent架构解读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60min + 15min演示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2377440"/>
            <a:ext cx="1828800" cy="594360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377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Workshop 1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环境搭建+练手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60min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468880" y="2377440"/>
            <a:ext cx="1828800" cy="594360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2377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Workshop 2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迁移实操(多策略)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75min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389120" y="2377440"/>
            <a:ext cx="1828800" cy="594360"/>
          </a:xfrm>
          <a:prstGeom prst="roundRect">
            <a:avLst>
              <a:gd name="adj" fmla="val 15385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2377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方案对比+回顾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60min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对策分析+Day1讨论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83680" y="12344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Day 2 - 全流程 + 真项目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83680" y="155448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模块三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Prompt工程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80min + 20min演示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503920" y="155448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模块四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全流程推演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90min + 30min演示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83680" y="2377440"/>
            <a:ext cx="1828800" cy="594360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2377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Workshop 3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端到端项目(自选)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75min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503920" y="2377440"/>
            <a:ext cx="1828800" cy="594360"/>
          </a:xfrm>
          <a:prstGeom prst="roundRect">
            <a:avLst>
              <a:gd name="adj" fmla="val 15385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0" y="2377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模块五+六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工程判断+落地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50min + 40min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0424160" y="2377440"/>
            <a:ext cx="1280160" cy="594360"/>
          </a:xfrm>
          <a:prstGeom prst="roundRect">
            <a:avLst>
              <a:gd name="adj" fmla="val 15385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24160" y="23774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开放空间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自由交流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30min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112471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834640"/>
                <a:gridCol w="283464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 上午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 下午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 上午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 下午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模块一+二 (120min)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Live演示 (30min)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Workshop1 (60min)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Workshop2 (75min)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 (60min)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模块三+四 (170min)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Live演示 (50min)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Workshop3 (75min)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模块五 (50min)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模块六 (40min)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457200" y="4160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核心原则: 6模块内容不变 · 每模块增加演示 · 下午独立Workshop实战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·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 - 基础 + 实战入门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560320"/>
                <a:gridCol w="914400"/>
                <a:gridCol w="71323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· 场景代入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模块一: AI Native范式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+ SDD融合 + 真实数据 → 🆕Live对比演示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模块二: Agent架构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+ Token消耗 → 🆕Live /tokens /compact演示 + 学员动手查消耗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屏幕循环播放Claude Code操作录屏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🆕 Workshop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环境搭建 · 编写CLAUDE.md+Skill · 首次AI代码修改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🆕 Workshop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多策略迁移: A组(全自动) B组(分步式) C组(参考式)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🆕 方案对比+回顾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各组展示 · 分析效率/质量/Token · 讲师最优方案 · Day1回顾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389120"/>
            <a:ext cx="11430000" cy="36576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40740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Day 1 产出: CLAUDE.md · 首次AI代码修改 · 三种迁移策略的trade-off理解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·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 - 全流程 + 真项目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560320"/>
                <a:gridCol w="914400"/>
                <a:gridCol w="71323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模块三: Prompt工程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Attention机制 + CRISPE框架 → 🆕Live演示Level0→3进化 · Prompt对决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模块四: 全流程推演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电影剧本五幕 → 🆕完整Live Coding(需求→代码) · 代码审查游戏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13:25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屏幕循环播放Claude Code录屏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🆕 Workshop 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端到端项目(三档自选): 一星小费计算器 / 二星历史搜索 / 三星程序员模式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模块五: 工程判断力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5种AI错误 → 代码审查清单 → 决策矩阵 → Token成本权衡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模块六: 落地策略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Token三步法 · 团队推行 · 30天路线 · 痛点回顾 · Q&amp;A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30min+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· 一对一答疑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389120"/>
            <a:ext cx="11430000" cy="36576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40740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Day 2 产出: 完整AID流程体验 · 工程判断力 · 端到端项目成果 · 全部9项资产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·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 vs V1 + 核心交付物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V2 是 V1 的演示和实战扩展版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03120"/>
                <a:gridCol w="210312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维度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 (1天)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 (2天)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6模块 · 纯讲授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6模块(不变) + Live演示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课内小练习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3个独立Workshop (下午)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每模块15-30min Live Demo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9项 (+CLAUDE.md+Skill模板)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~11h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8368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核心交付物 (9项)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34440"/>
          <a:ext cx="50292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AI开发心智模型图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Prompt设计检查表(CRISPE)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AI代码审查清单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决策流程图(何时信AI)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Token优化速查卡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30天学习路线图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真实案例集(Prompt对比)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 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 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48640" y="3200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6大模块教学核心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3520440"/>
            <a:ext cx="3474720" cy="502920"/>
          </a:xfrm>
          <a:prstGeom prst="roundRect">
            <a:avLst>
              <a:gd name="adj" fmla="val 2545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85800" y="3593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模块一: AI Native开发范式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85800" y="3867912"/>
            <a:ext cx="320040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三层模型 + SDD + 真实数据冲击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97680" y="3520440"/>
            <a:ext cx="3474720" cy="502920"/>
          </a:xfrm>
          <a:prstGeom prst="roundRect">
            <a:avLst>
              <a:gd name="adj" fmla="val 2545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434840" y="3593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模块二: Agent架构解读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434840" y="3867912"/>
            <a:ext cx="320040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四层架构 + Token全景 + /compact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8046720" y="3520440"/>
            <a:ext cx="3474720" cy="502920"/>
          </a:xfrm>
          <a:prstGeom prst="roundRect">
            <a:avLst>
              <a:gd name="adj" fmla="val 2545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83880" y="3593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模块三: Prompt工程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8183880" y="3867912"/>
            <a:ext cx="320040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Attention + CRISPE + Level0-3进化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48640" y="4160520"/>
            <a:ext cx="3474720" cy="502920"/>
          </a:xfrm>
          <a:prstGeom prst="roundRect">
            <a:avLst>
              <a:gd name="adj" fmla="val 2545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85800" y="4233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模块四: 全流程推演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85800" y="4507992"/>
            <a:ext cx="320040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电影剧本五幕 + 完整Live Coding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4297680" y="4160520"/>
            <a:ext cx="3474720" cy="502920"/>
          </a:xfrm>
          <a:prstGeom prst="roundRect">
            <a:avLst>
              <a:gd name="adj" fmla="val 2545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434840" y="4233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模块五: 工程判断力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4434840" y="4507992"/>
            <a:ext cx="320040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5种AI错误 + 审查清单 + 决策矩阵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8046720" y="4160520"/>
            <a:ext cx="3474720" cy="502920"/>
          </a:xfrm>
          <a:prstGeom prst="roundRect">
            <a:avLst>
              <a:gd name="adj" fmla="val 2545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183880" y="4233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模块六: 落地策略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8183880" y="4507992"/>
            <a:ext cx="320040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三步法 + 4步推行 + 30天路线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·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3个Workshop实战 + V1→V2扩展明细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V2新增: 3个独立Workshop (下午)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3474720" cy="914400"/>
          </a:xfrm>
          <a:prstGeom prst="roundRect">
            <a:avLst>
              <a:gd name="adj" fmla="val 14000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307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1: 环境搭建+练手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5819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Day1下午 · 60min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Claude Code安装检查 → 编写CLAUDE.md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+ Skill → 首次用AI完成代码修改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0" y="1234440"/>
            <a:ext cx="3474720" cy="914400"/>
          </a:xfrm>
          <a:prstGeom prst="roundRect">
            <a:avLst>
              <a:gd name="adj" fmla="val 14000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1307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2: 迁移实操对比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34840" y="15819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Day1下午 · 75min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迁移同一Android Activity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A组(全自动) B组(分步式) C组(参考式)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三种策略对比优劣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46720" y="1234440"/>
            <a:ext cx="3474720" cy="914400"/>
          </a:xfrm>
          <a:prstGeom prst="roundRect">
            <a:avLst>
              <a:gd name="adj" fmla="val 14000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83880" y="1307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3: 端到端项目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183880" y="15819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Day2下午 · 75min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三档难度自选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小费计算器/历史搜索/程序员模式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完整AID流程体验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2423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V1 每个模块都新增的 Live 演示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2743200"/>
                <a:gridCol w="164592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 时长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 新增演示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 总时长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模块一: AI Native范式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+15min Live对比演示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模块二: Agent架构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+15min Live /tokens演示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模块三: Prompt工程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+20min Prompt进化演示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模块四: 全流程推演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+30min 完整Live Coding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模块五: 工程判断力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模块六: 落地策略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40min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572000"/>
            <a:ext cx="11247120" cy="347472"/>
          </a:xfrm>
          <a:prstGeom prst="roundRect">
            <a:avLst>
              <a:gd name="adj" fmla="val 2631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4590288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V2 = V1 所有教学内容 + 每模块Live演示(共+95min) + 3个独立Workshop(共+210min)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Native 实战训战营 V2</dc:title>
  <dc:subject>PptxGenJS Presentation</dc:subject>
  <dc:creator>AI Native 训战营</dc:creator>
  <cp:lastModifiedBy>AI Native 训战营</cp:lastModifiedBy>
  <cp:revision>1</cp:revision>
  <dcterms:created xsi:type="dcterms:W3CDTF">2026-05-11T23:43:14Z</dcterms:created>
  <dcterms:modified xsi:type="dcterms:W3CDTF">2026-05-11T23:43:14Z</dcterms:modified>
</cp:coreProperties>
</file>