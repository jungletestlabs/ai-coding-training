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· V2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548640" y="731520"/>
            <a:ext cx="2249424" cy="256032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731520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2天 · L1-L6体系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0" y="731520"/>
            <a:ext cx="2578608" cy="256032"/>
          </a:xfrm>
          <a:prstGeom prst="roundRect">
            <a:avLst>
              <a:gd name="adj" fmla="val 50000"/>
            </a:avLst>
          </a:prstGeom>
          <a:solidFill>
            <a:srgbClr val="FAF5FF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0" y="731520"/>
            <a:ext cx="2578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上午讲座 · 下午演示+演练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0" y="731520"/>
            <a:ext cx="1591056" cy="256032"/>
          </a:xfrm>
          <a:prstGeom prst="roundRect">
            <a:avLst>
              <a:gd name="adj" fmla="val 50000"/>
            </a:avLst>
          </a:prstGeom>
          <a:solidFill>
            <a:srgbClr val="F0FDF4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0" y="731520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终端·鸿蒙·计算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48640" y="12801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Native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548640" y="1920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实战训战营 V2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上午 9:30-12:00 讲座  |  下午 14:30-18:00 演示+演练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108960"/>
            <a:ext cx="11155680" cy="64008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154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563EB"/>
                </a:solidFill>
              </a:rPr>
              <a:t>训前(1.5h): Prompt基础 + LLM概念 + Claude Code安装 → 课堂不讲基础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3474720" cy="749808"/>
          </a:xfrm>
          <a:prstGeom prst="roundRect">
            <a:avLst>
              <a:gd name="adj" fmla="val 17073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40325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1 - 范式+架构+推演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" y="430682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上午: L1+L2 讲座(到12:00)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下午: L1+L2演示 · Workshop1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L3 Live Coding · 回顾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0" y="3977640"/>
            <a:ext cx="3474720" cy="749808"/>
          </a:xfrm>
          <a:prstGeom prst="roundRect">
            <a:avLst>
              <a:gd name="adj" fmla="val 17073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34840" y="40325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2 - 案例+最佳实践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34840" y="430682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上午: L4案例+L5实践 讲座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下午: Workshop2迁移(在L4后)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Workshop3项目 · 评审 · L6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046720" y="3977640"/>
            <a:ext cx="3474720" cy="749808"/>
          </a:xfrm>
          <a:prstGeom prst="roundRect">
            <a:avLst>
              <a:gd name="adj" fmla="val 17073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83880" y="40325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设计原则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183880" y="430682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上午纯讲座(不超过12:00)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下午演示在先, 演练在后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Workshop紧跟对应模块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·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知识体系 + 两天全览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3716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05840"/>
            <a:ext cx="1783080" cy="777240"/>
          </a:xfrm>
          <a:prstGeom prst="roundRect">
            <a:avLst>
              <a:gd name="adj" fmla="val 14118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0241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2070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Native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开发范式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53619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60min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377440" y="1005840"/>
            <a:ext cx="1783080" cy="777240"/>
          </a:xfrm>
          <a:prstGeom prst="roundRect">
            <a:avLst>
              <a:gd name="adj" fmla="val 14118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10241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377440" y="12070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Agent/Claude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架构解读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377440" y="153619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60min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297680" y="1005840"/>
            <a:ext cx="1783080" cy="777240"/>
          </a:xfrm>
          <a:prstGeom prst="roundRect">
            <a:avLst>
              <a:gd name="adj" fmla="val 14118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0" y="10241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97680" y="12070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全流程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Coding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297680" y="153619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60min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217920" y="1005840"/>
            <a:ext cx="1783080" cy="777240"/>
          </a:xfrm>
          <a:prstGeom prst="roundRect">
            <a:avLst>
              <a:gd name="adj" fmla="val 14118"/>
            </a:avLst>
          </a:prstGeom>
          <a:solidFill>
            <a:srgbClr val="F0FDF4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0241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17920" y="12070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安卓转鸿蒙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实战案例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217920" y="153619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75min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138160" y="1005840"/>
            <a:ext cx="1783080" cy="777240"/>
          </a:xfrm>
          <a:prstGeom prst="roundRect">
            <a:avLst>
              <a:gd name="adj" fmla="val 14118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10241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138160" y="12070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工程最佳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实践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138160" y="153619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50min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0058400" y="1005840"/>
            <a:ext cx="1783080" cy="777240"/>
          </a:xfrm>
          <a:prstGeom prst="roundRect">
            <a:avLst>
              <a:gd name="adj" fmla="val 14118"/>
            </a:avLst>
          </a:prstGeom>
          <a:solidFill>
            <a:srgbClr val="FAF5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149840" y="102412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058400" y="12070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落地策略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+总结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058400" y="153619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</a:rPr>
              <a:t>20min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48640" y="1965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Day 1: 范式+架构+推演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48640" y="2286000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286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上午 讲座(9:30-12:00)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L1 AI Native范式 (60min)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L2 Agent/Claude架构 (60min)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657600" y="2286000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0" y="2286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下午 演示+演练(14:30-18:00)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L1+L2演示(45min) · W1练手(60min)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L3 Live Coding(60min) · 回顾(20min)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583680" y="1965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Day 2: 案例+最佳实践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583680" y="2286000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0" y="2286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上午 讲座(9:30-11:50)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L4 安卓转鸿蒙案例 (75min)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L5 工程最佳实践 (50min)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9692640" y="2286000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92640" y="2286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下午 演示+演练(14:30-18:00)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W2迁移(75min)·W3项目(60min)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563EB"/>
                </a:solidFill>
              </a:rPr>
              <a:t>评审(30min)·L6总结(20min)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63240"/>
          <a:ext cx="121615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937760"/>
                <a:gridCol w="493776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讲座(上午)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 + L2 (120min)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 + L5 (125min)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演示(下午)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Demo + L3 Live Coding (105min)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演练(下午)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1 练手 (60min)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2 迁移 + Workshop 3 项目 (135min)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收尾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 回顾 (20min)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 + L6总结 (50min)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·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详细日程 - 范式+架构+推演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3716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上午 讲座 (9:30-12:00)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21615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200400"/>
                <a:gridCol w="804672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开场+破冰 (15min)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痛点便签墙 · 场景代入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AI Native范式 (60min)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三层模型 · SDD融合 · 12模块数据冲击 · CRISPE速讲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(15min)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L2: Agent/Claude架构 (60min)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四层架构 · Token全景 · Skills机制 · 选型指南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2743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下午 演示+演练 (14:30-18:00)</a:t>
            </a:r>
            <a:endParaRPr lang="en-US" sz="12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63240"/>
          <a:ext cx="121615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926080"/>
                <a:gridCol w="8321040"/>
              </a:tblGrid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 演示 (45min)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L1: 传统vs AI Native对比 · L2: /tokens /compact现场操作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(15min)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1 (60min)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环境搭建 · 编写CLAUDE.md+Skill · 首次AI代码修改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(10min)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 Coding (60min)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完整演示[加单位换算] Spec-&gt;Code · 全程不剪辑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Day1回顾+Q&amp;A (20min)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知识点快闪 · 收集疑问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·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详细日程 - 案例+最佳实践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3716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上午 讲座 (9:30-11:50)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21615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200400"/>
                <a:gridCol w="804672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L4: 安卓转鸿蒙案例 (75min)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真实项目解读 · Skill四原则 · 迁移铁律 · Token优化历程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(15min)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L5: 工程最佳实践 (50min)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效率(70/30法则) · 质量(审查清单) · 安全(三重门禁) · 决策矩阵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26060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下午 演示+演练 (14:30-18:00)</a:t>
            </a:r>
            <a:endParaRPr lang="en-US" sz="12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26080"/>
          <a:ext cx="121615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474720"/>
                <a:gridCol w="7772400"/>
              </a:tblGrid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内容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2: 迁移实操 (75min)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A组(全自动)/B组(分步式)/C组(参考式) 迁移同一Activity → 策略对比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 (15min)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Workshop 3: 端到端项目 (60min)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三档自选: 小费计算器/历史搜索/程序员模式 → AID流程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方案对比+同行评审 (30min)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W2+W3优秀成果展示 · 审查清单评审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L6: 落地策略+总结 (20min)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8项资产 · Token三步法 · 30天路线 · 痛点回顾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开放空间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自由交流 · 一对一答疑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·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L1-L6 模块详解 + 交付物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3716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914400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96926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AI Native开发范式 (60min)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243584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三层范式演进 · 三角色模型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SDD+AI融合 · 4项验收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12模块迁移数据: $1440-&gt;$3.50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CRISPE进阶: Level0-&gt;3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0" y="914400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96926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Agent/Claude架构 (60min)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34840" y="1243584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四层架构 · Token消耗全景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/compact · Prompt Caching(省90%)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Skills三原则 · 选型指南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Token优化: 四阶段历程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229600" y="914400"/>
            <a:ext cx="3657600" cy="1005840"/>
          </a:xfrm>
          <a:prstGeom prst="roundRect">
            <a:avLst>
              <a:gd name="adj" fmla="val 12727"/>
            </a:avLst>
          </a:prstGeom>
          <a:solidFill>
            <a:srgbClr val="EFF6FF"/>
          </a:solidFill>
          <a:ln w="635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66760" y="96926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全流程推演 (60min)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366760" y="1243584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Live Coding完整演示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一句话需求 -&gt; 代码交付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Spec-as-Code理念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4项验收标准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03120"/>
            <a:ext cx="3657600" cy="914400"/>
          </a:xfrm>
          <a:prstGeom prst="roundRect">
            <a:avLst>
              <a:gd name="adj" fmla="val 14000"/>
            </a:avLst>
          </a:prstGeom>
          <a:solidFill>
            <a:srgbClr val="F0FDF4"/>
          </a:solidFill>
          <a:ln w="6350">
            <a:solidFill>
              <a:srgbClr val="BBF7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215798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L4: 安卓转鸿蒙案例 (75min)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" y="2432304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真实客户项目解读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Skill四原则: 自包含/分层/CI/适配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6条迁移铁律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反面教材+正确做法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0" y="2103120"/>
            <a:ext cx="3657600" cy="914400"/>
          </a:xfrm>
          <a:prstGeom prst="roundRect">
            <a:avLst>
              <a:gd name="adj" fmla="val 14000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34840" y="215798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L5: 工程最佳实践 (50min)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34840" y="2432304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效率: 70/30模型法则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质量: 7+3审查清单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安全: 三重门禁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决策矩阵: 何时信AI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229600" y="2103120"/>
            <a:ext cx="3657600" cy="914400"/>
          </a:xfrm>
          <a:prstGeom prst="roundRect">
            <a:avLst>
              <a:gd name="adj" fmla="val 14000"/>
            </a:avLst>
          </a:prstGeom>
          <a:solidFill>
            <a:srgbClr val="FAF5FF"/>
          </a:solidFill>
          <a:ln w="6350">
            <a:solidFill>
              <a:srgbClr val="E9D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66760" y="215798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L6: 落地策略 (20min)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366760" y="2432304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8项可复用资产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Token三步法: 今天/本周/持续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30天个人路线 · 4周团队推行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8640" y="32461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核心交付物 (8项)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66160"/>
          <a:ext cx="50292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466344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AI开发心智模型图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Skill模板仓库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AI代码审查清单(7+3)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CLAUDE.md模板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Token优化速查卡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Prompt模板集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AID工作流一页纸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30天学习路线图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5943600" y="32461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</a:rPr>
              <a:t>3个 Workshop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943600" y="3566160"/>
            <a:ext cx="5760720" cy="438912"/>
          </a:xfrm>
          <a:prstGeom prst="roundRect">
            <a:avLst>
              <a:gd name="adj" fmla="val 29167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080760" y="362102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W1: 环境搭建+练手 (Day1下午)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080760" y="3895344"/>
            <a:ext cx="5486400" cy="36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Claude Code安装 · 编写CLAUDE.md+Skill · 首次AI修改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943600" y="4096512"/>
            <a:ext cx="5760720" cy="438912"/>
          </a:xfrm>
          <a:prstGeom prst="roundRect">
            <a:avLst>
              <a:gd name="adj" fmla="val 29167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080760" y="415137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W2: 安卓转鸿蒙迁移 (Day2下午, 在L4后)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6080760" y="4425696"/>
            <a:ext cx="5486400" cy="36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A/B/C三组不同策略 · 限时迁移 · 策略优劣对比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943600" y="4626864"/>
            <a:ext cx="5760720" cy="438912"/>
          </a:xfrm>
          <a:prstGeom prst="roundRect">
            <a:avLst>
              <a:gd name="adj" fmla="val 29167"/>
            </a:avLst>
          </a:prstGeom>
          <a:solidFill>
            <a:srgbClr val="FFF7ED"/>
          </a:solidFill>
          <a:ln w="6350">
            <a:solidFill>
              <a:srgbClr val="FED7A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080760" y="46817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W3: 端到端项目 (Day2下午)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6080760" y="4956048"/>
            <a:ext cx="5486400" cy="36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4748B"/>
                </a:solidFill>
              </a:rPr>
              <a:t>三档自选 · 完整AID流程 · 同行评审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88952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83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AI Native 训战营 · V2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两天节奏 + 关键数字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3716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Day 1 节奏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50292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371600"/>
                <a:gridCol w="64008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时长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 讲座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L2 讲座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12:00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L1+L2演示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45min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W1 练手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L3 Live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回顾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58368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Day 2 节奏</a:t>
            </a:r>
            <a:endParaRPr lang="en-US" sz="12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34440"/>
          <a:ext cx="50292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371600"/>
                <a:gridCol w="64008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时间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环节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时长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L4 讲座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10:45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L5 讲座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50min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午餐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W2 迁移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75min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15:45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休息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16:00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W3 项目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60min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评审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30min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5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L6总结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20min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开放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48640" y="3977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2E"/>
                </a:solidFill>
              </a:rPr>
              <a:t>关键数字</a:t>
            </a:r>
            <a:endParaRPr lang="en-US" sz="1200" dirty="0"/>
          </a:p>
        </p:txBody>
      </p:sp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5196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49040"/>
                <a:gridCol w="1828800"/>
                <a:gridCol w="384048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总时长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2天 ~11h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讲座占比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 (上午)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演示总时长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105min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演练总时长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195min (3 Workshop)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L1-L6模块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6个 · 系统化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交付物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8项可复用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上午讲座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不超过12:00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演示+演练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下午进行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Native 实战训战营 V2</dc:title>
  <dc:subject>PptxGenJS Presentation</dc:subject>
  <dc:creator>AI Native 训战营</dc:creator>
  <cp:lastModifiedBy>AI Native 训战营</cp:lastModifiedBy>
  <cp:revision>1</cp:revision>
  <dcterms:created xsi:type="dcterms:W3CDTF">2026-05-12T01:43:13Z</dcterms:created>
  <dcterms:modified xsi:type="dcterms:W3CDTF">2026-05-12T01:43:13Z</dcterms:modified>
</cp:coreProperties>
</file>